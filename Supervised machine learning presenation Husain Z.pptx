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4" r:id="rId4"/>
    <p:sldId id="265" r:id="rId5"/>
    <p:sldId id="274" r:id="rId6"/>
    <p:sldId id="258" r:id="rId7"/>
    <p:sldId id="261" r:id="rId8"/>
    <p:sldId id="259" r:id="rId9"/>
    <p:sldId id="267" r:id="rId10"/>
    <p:sldId id="275" r:id="rId11"/>
    <p:sldId id="269" r:id="rId12"/>
    <p:sldId id="262" r:id="rId13"/>
    <p:sldId id="27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E5CE12-5E47-4241-A109-8CC1250D79A1}" v="126" dt="2026-06-13T19:38:44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91" autoAdjust="0"/>
    <p:restoredTop sz="94660"/>
  </p:normalViewPr>
  <p:slideViewPr>
    <p:cSldViewPr snapToGrid="0">
      <p:cViewPr varScale="1">
        <p:scale>
          <a:sx n="98" d="100"/>
          <a:sy n="98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k fosu" userId="d4478d9dc2e2e684" providerId="LiveId" clId="{1F222039-9726-4AC6-B1F5-47D1FDEE3C54}"/>
    <pc:docChg chg="undo redo custSel addSld delSld modSld sldOrd">
      <pc:chgData name="guk fosu" userId="d4478d9dc2e2e684" providerId="LiveId" clId="{1F222039-9726-4AC6-B1F5-47D1FDEE3C54}" dt="2026-06-13T19:39:28.307" v="2608" actId="47"/>
      <pc:docMkLst>
        <pc:docMk/>
      </pc:docMkLst>
      <pc:sldChg chg="modSp mod">
        <pc:chgData name="guk fosu" userId="d4478d9dc2e2e684" providerId="LiveId" clId="{1F222039-9726-4AC6-B1F5-47D1FDEE3C54}" dt="2026-06-12T21:58:22.422" v="1534" actId="20577"/>
        <pc:sldMkLst>
          <pc:docMk/>
          <pc:sldMk cId="2223113310" sldId="256"/>
        </pc:sldMkLst>
        <pc:spChg chg="mod">
          <ac:chgData name="guk fosu" userId="d4478d9dc2e2e684" providerId="LiveId" clId="{1F222039-9726-4AC6-B1F5-47D1FDEE3C54}" dt="2026-06-12T21:58:22.422" v="1534" actId="20577"/>
          <ac:spMkLst>
            <pc:docMk/>
            <pc:sldMk cId="2223113310" sldId="256"/>
            <ac:spMk id="2" creationId="{D65294E2-FC18-E516-0299-9D1E6F9F4168}"/>
          </ac:spMkLst>
        </pc:spChg>
        <pc:spChg chg="mod">
          <ac:chgData name="guk fosu" userId="d4478d9dc2e2e684" providerId="LiveId" clId="{1F222039-9726-4AC6-B1F5-47D1FDEE3C54}" dt="2026-06-12T21:55:30.195" v="1359"/>
          <ac:spMkLst>
            <pc:docMk/>
            <pc:sldMk cId="2223113310" sldId="256"/>
            <ac:spMk id="3" creationId="{1A0D9C2E-5E98-E340-4FCD-A4A93A782330}"/>
          </ac:spMkLst>
        </pc:spChg>
      </pc:sldChg>
      <pc:sldChg chg="addSp delSp modSp del mod">
        <pc:chgData name="guk fosu" userId="d4478d9dc2e2e684" providerId="LiveId" clId="{1F222039-9726-4AC6-B1F5-47D1FDEE3C54}" dt="2026-06-13T19:39:28.307" v="2608" actId="47"/>
        <pc:sldMkLst>
          <pc:docMk/>
          <pc:sldMk cId="3429899086" sldId="257"/>
        </pc:sldMkLst>
        <pc:spChg chg="add del mod">
          <ac:chgData name="guk fosu" userId="d4478d9dc2e2e684" providerId="LiveId" clId="{1F222039-9726-4AC6-B1F5-47D1FDEE3C54}" dt="2026-06-13T17:36:21.730" v="1967" actId="21"/>
          <ac:spMkLst>
            <pc:docMk/>
            <pc:sldMk cId="3429899086" sldId="257"/>
            <ac:spMk id="3" creationId="{232BCC0E-2868-240E-09F9-1D1FE375176D}"/>
          </ac:spMkLst>
        </pc:spChg>
        <pc:picChg chg="add del mod">
          <ac:chgData name="guk fosu" userId="d4478d9dc2e2e684" providerId="LiveId" clId="{1F222039-9726-4AC6-B1F5-47D1FDEE3C54}" dt="2026-06-13T17:37:24.979" v="1974" actId="14100"/>
          <ac:picMkLst>
            <pc:docMk/>
            <pc:sldMk cId="3429899086" sldId="257"/>
            <ac:picMk id="7" creationId="{E2CCA9CF-3C59-295E-623F-C053B16EF0DE}"/>
          </ac:picMkLst>
        </pc:picChg>
      </pc:sldChg>
      <pc:sldChg chg="addSp modSp mod">
        <pc:chgData name="guk fosu" userId="d4478d9dc2e2e684" providerId="LiveId" clId="{1F222039-9726-4AC6-B1F5-47D1FDEE3C54}" dt="2026-06-13T17:47:32.767" v="2105" actId="1076"/>
        <pc:sldMkLst>
          <pc:docMk/>
          <pc:sldMk cId="2692946749" sldId="258"/>
        </pc:sldMkLst>
        <pc:spChg chg="add mod">
          <ac:chgData name="guk fosu" userId="d4478d9dc2e2e684" providerId="LiveId" clId="{1F222039-9726-4AC6-B1F5-47D1FDEE3C54}" dt="2026-06-12T21:49:02.775" v="909"/>
          <ac:spMkLst>
            <pc:docMk/>
            <pc:sldMk cId="2692946749" sldId="258"/>
            <ac:spMk id="2" creationId="{C66F871D-F30C-F229-B55F-F152F8F9C32B}"/>
          </ac:spMkLst>
        </pc:spChg>
        <pc:spChg chg="add mod">
          <ac:chgData name="guk fosu" userId="d4478d9dc2e2e684" providerId="LiveId" clId="{1F222039-9726-4AC6-B1F5-47D1FDEE3C54}" dt="2026-06-12T21:53:18.203" v="1236" actId="20577"/>
          <ac:spMkLst>
            <pc:docMk/>
            <pc:sldMk cId="2692946749" sldId="258"/>
            <ac:spMk id="3" creationId="{1DF014DA-384B-30C1-09C1-694EE7D5F494}"/>
          </ac:spMkLst>
        </pc:spChg>
        <pc:spChg chg="add mod">
          <ac:chgData name="guk fosu" userId="d4478d9dc2e2e684" providerId="LiveId" clId="{1F222039-9726-4AC6-B1F5-47D1FDEE3C54}" dt="2026-06-13T17:46:25.212" v="2070"/>
          <ac:spMkLst>
            <pc:docMk/>
            <pc:sldMk cId="2692946749" sldId="258"/>
            <ac:spMk id="4" creationId="{40ED6A7F-45E4-6F2F-277F-A64309DD1590}"/>
          </ac:spMkLst>
        </pc:spChg>
        <pc:spChg chg="add mod">
          <ac:chgData name="guk fosu" userId="d4478d9dc2e2e684" providerId="LiveId" clId="{1F222039-9726-4AC6-B1F5-47D1FDEE3C54}" dt="2026-06-13T17:47:26.503" v="2102" actId="1076"/>
          <ac:spMkLst>
            <pc:docMk/>
            <pc:sldMk cId="2692946749" sldId="258"/>
            <ac:spMk id="5" creationId="{38A425DF-503A-7312-E4BB-DDF161F576AC}"/>
          </ac:spMkLst>
        </pc:spChg>
        <pc:spChg chg="add mod">
          <ac:chgData name="guk fosu" userId="d4478d9dc2e2e684" providerId="LiveId" clId="{1F222039-9726-4AC6-B1F5-47D1FDEE3C54}" dt="2026-06-13T17:47:32.767" v="2105" actId="1076"/>
          <ac:spMkLst>
            <pc:docMk/>
            <pc:sldMk cId="2692946749" sldId="258"/>
            <ac:spMk id="6" creationId="{336FF52A-98EC-2D24-9FA8-A84DB45A9744}"/>
          </ac:spMkLst>
        </pc:spChg>
        <pc:spChg chg="mod">
          <ac:chgData name="guk fosu" userId="d4478d9dc2e2e684" providerId="LiveId" clId="{1F222039-9726-4AC6-B1F5-47D1FDEE3C54}" dt="2026-06-13T17:46:19.293" v="2068" actId="113"/>
          <ac:spMkLst>
            <pc:docMk/>
            <pc:sldMk cId="2692946749" sldId="258"/>
            <ac:spMk id="24" creationId="{C3A72B31-5DA3-802D-590F-C22960B1F9B8}"/>
          </ac:spMkLst>
        </pc:spChg>
        <pc:picChg chg="mod">
          <ac:chgData name="guk fosu" userId="d4478d9dc2e2e684" providerId="LiveId" clId="{1F222039-9726-4AC6-B1F5-47D1FDEE3C54}" dt="2026-06-13T17:47:29.009" v="2104" actId="1076"/>
          <ac:picMkLst>
            <pc:docMk/>
            <pc:sldMk cId="2692946749" sldId="258"/>
            <ac:picMk id="7" creationId="{EAFCA423-5058-39A0-C823-BEAF358A9B8B}"/>
          </ac:picMkLst>
        </pc:picChg>
      </pc:sldChg>
      <pc:sldChg chg="modSp mod">
        <pc:chgData name="guk fosu" userId="d4478d9dc2e2e684" providerId="LiveId" clId="{1F222039-9726-4AC6-B1F5-47D1FDEE3C54}" dt="2026-06-13T18:02:22.685" v="2127"/>
        <pc:sldMkLst>
          <pc:docMk/>
          <pc:sldMk cId="2655551256" sldId="259"/>
        </pc:sldMkLst>
        <pc:spChg chg="mod">
          <ac:chgData name="guk fosu" userId="d4478d9dc2e2e684" providerId="LiveId" clId="{1F222039-9726-4AC6-B1F5-47D1FDEE3C54}" dt="2026-06-13T17:48:35.856" v="2115" actId="14100"/>
          <ac:spMkLst>
            <pc:docMk/>
            <pc:sldMk cId="2655551256" sldId="259"/>
            <ac:spMk id="8" creationId="{1D507BAC-6A2E-2CAE-E588-A4A8CBA8D833}"/>
          </ac:spMkLst>
        </pc:spChg>
        <pc:spChg chg="mod">
          <ac:chgData name="guk fosu" userId="d4478d9dc2e2e684" providerId="LiveId" clId="{1F222039-9726-4AC6-B1F5-47D1FDEE3C54}" dt="2026-06-13T18:02:22.685" v="2127"/>
          <ac:spMkLst>
            <pc:docMk/>
            <pc:sldMk cId="2655551256" sldId="259"/>
            <ac:spMk id="11" creationId="{20E7877B-8802-4144-F953-BF095435AE45}"/>
          </ac:spMkLst>
        </pc:spChg>
      </pc:sldChg>
      <pc:sldChg chg="addSp delSp modSp del mod">
        <pc:chgData name="guk fosu" userId="d4478d9dc2e2e684" providerId="LiveId" clId="{1F222039-9726-4AC6-B1F5-47D1FDEE3C54}" dt="2026-06-12T21:43:26.105" v="849" actId="47"/>
        <pc:sldMkLst>
          <pc:docMk/>
          <pc:sldMk cId="781621846" sldId="260"/>
        </pc:sldMkLst>
        <pc:spChg chg="mod">
          <ac:chgData name="guk fosu" userId="d4478d9dc2e2e684" providerId="LiveId" clId="{1F222039-9726-4AC6-B1F5-47D1FDEE3C54}" dt="2026-06-12T21:41:16.509" v="827" actId="1076"/>
          <ac:spMkLst>
            <pc:docMk/>
            <pc:sldMk cId="781621846" sldId="260"/>
            <ac:spMk id="3" creationId="{7452EF25-F860-EF4F-4E61-4CEEE735E68B}"/>
          </ac:spMkLst>
        </pc:spChg>
        <pc:spChg chg="add mod">
          <ac:chgData name="guk fosu" userId="d4478d9dc2e2e684" providerId="LiveId" clId="{1F222039-9726-4AC6-B1F5-47D1FDEE3C54}" dt="2026-06-12T21:40:15.616" v="803" actId="1076"/>
          <ac:spMkLst>
            <pc:docMk/>
            <pc:sldMk cId="781621846" sldId="260"/>
            <ac:spMk id="4" creationId="{6292353A-F4FD-1E99-7937-3EEA9DBF4C97}"/>
          </ac:spMkLst>
        </pc:spChg>
        <pc:spChg chg="add mod">
          <ac:chgData name="guk fosu" userId="d4478d9dc2e2e684" providerId="LiveId" clId="{1F222039-9726-4AC6-B1F5-47D1FDEE3C54}" dt="2026-06-12T21:41:10.512" v="823" actId="27636"/>
          <ac:spMkLst>
            <pc:docMk/>
            <pc:sldMk cId="781621846" sldId="260"/>
            <ac:spMk id="5" creationId="{C7386A74-FE51-A109-C138-283E40742A75}"/>
          </ac:spMkLst>
        </pc:spChg>
        <pc:spChg chg="add">
          <ac:chgData name="guk fosu" userId="d4478d9dc2e2e684" providerId="LiveId" clId="{1F222039-9726-4AC6-B1F5-47D1FDEE3C54}" dt="2026-06-12T21:40:23.672" v="805"/>
          <ac:spMkLst>
            <pc:docMk/>
            <pc:sldMk cId="781621846" sldId="260"/>
            <ac:spMk id="6" creationId="{99423BF1-C91B-BEAB-E735-7D8D62926B22}"/>
          </ac:spMkLst>
        </pc:spChg>
        <pc:spChg chg="add">
          <ac:chgData name="guk fosu" userId="d4478d9dc2e2e684" providerId="LiveId" clId="{1F222039-9726-4AC6-B1F5-47D1FDEE3C54}" dt="2026-06-12T21:40:28.733" v="806"/>
          <ac:spMkLst>
            <pc:docMk/>
            <pc:sldMk cId="781621846" sldId="260"/>
            <ac:spMk id="7" creationId="{41F06EF4-260F-E6A5-BBCA-FB463A878633}"/>
          </ac:spMkLst>
        </pc:spChg>
        <pc:spChg chg="add">
          <ac:chgData name="guk fosu" userId="d4478d9dc2e2e684" providerId="LiveId" clId="{1F222039-9726-4AC6-B1F5-47D1FDEE3C54}" dt="2026-06-12T21:40:35.998" v="807"/>
          <ac:spMkLst>
            <pc:docMk/>
            <pc:sldMk cId="781621846" sldId="260"/>
            <ac:spMk id="8" creationId="{8AA4DD37-227B-67F8-2A7D-EA488941DD85}"/>
          </ac:spMkLst>
        </pc:spChg>
        <pc:spChg chg="add">
          <ac:chgData name="guk fosu" userId="d4478d9dc2e2e684" providerId="LiveId" clId="{1F222039-9726-4AC6-B1F5-47D1FDEE3C54}" dt="2026-06-12T21:40:38.362" v="808"/>
          <ac:spMkLst>
            <pc:docMk/>
            <pc:sldMk cId="781621846" sldId="260"/>
            <ac:spMk id="9" creationId="{3D667AC5-BDA3-1012-E77B-9B0E0C35F86E}"/>
          </ac:spMkLst>
        </pc:spChg>
        <pc:spChg chg="add">
          <ac:chgData name="guk fosu" userId="d4478d9dc2e2e684" providerId="LiveId" clId="{1F222039-9726-4AC6-B1F5-47D1FDEE3C54}" dt="2026-06-12T21:40:42.070" v="812"/>
          <ac:spMkLst>
            <pc:docMk/>
            <pc:sldMk cId="781621846" sldId="260"/>
            <ac:spMk id="10" creationId="{F23ED845-81E9-717C-2F86-A031F1AEC0DD}"/>
          </ac:spMkLst>
        </pc:spChg>
        <pc:spChg chg="add del">
          <ac:chgData name="guk fosu" userId="d4478d9dc2e2e684" providerId="LiveId" clId="{1F222039-9726-4AC6-B1F5-47D1FDEE3C54}" dt="2026-06-12T21:40:53.407" v="816" actId="478"/>
          <ac:spMkLst>
            <pc:docMk/>
            <pc:sldMk cId="781621846" sldId="260"/>
            <ac:spMk id="11" creationId="{3B72BFFC-C830-4548-021F-14CD69FC645A}"/>
          </ac:spMkLst>
        </pc:spChg>
      </pc:sldChg>
      <pc:sldChg chg="modSp mod ord">
        <pc:chgData name="guk fosu" userId="d4478d9dc2e2e684" providerId="LiveId" clId="{1F222039-9726-4AC6-B1F5-47D1FDEE3C54}" dt="2026-06-13T17:45:19.135" v="2053" actId="1076"/>
        <pc:sldMkLst>
          <pc:docMk/>
          <pc:sldMk cId="3110450474" sldId="261"/>
        </pc:sldMkLst>
        <pc:spChg chg="mod">
          <ac:chgData name="guk fosu" userId="d4478d9dc2e2e684" providerId="LiveId" clId="{1F222039-9726-4AC6-B1F5-47D1FDEE3C54}" dt="2026-06-13T17:45:19.135" v="2053" actId="1076"/>
          <ac:spMkLst>
            <pc:docMk/>
            <pc:sldMk cId="3110450474" sldId="261"/>
            <ac:spMk id="2" creationId="{F0586E73-7BDA-0A94-0D65-7C633371765C}"/>
          </ac:spMkLst>
        </pc:spChg>
        <pc:spChg chg="mod">
          <ac:chgData name="guk fosu" userId="d4478d9dc2e2e684" providerId="LiveId" clId="{1F222039-9726-4AC6-B1F5-47D1FDEE3C54}" dt="2026-06-13T17:45:14.355" v="2052" actId="20577"/>
          <ac:spMkLst>
            <pc:docMk/>
            <pc:sldMk cId="3110450474" sldId="261"/>
            <ac:spMk id="9" creationId="{262CDD3B-9C12-DAFC-FE94-6DD47C6560A4}"/>
          </ac:spMkLst>
        </pc:spChg>
      </pc:sldChg>
      <pc:sldChg chg="addSp delSp modSp mod">
        <pc:chgData name="guk fosu" userId="d4478d9dc2e2e684" providerId="LiveId" clId="{1F222039-9726-4AC6-B1F5-47D1FDEE3C54}" dt="2026-06-13T19:32:05.061" v="2575"/>
        <pc:sldMkLst>
          <pc:docMk/>
          <pc:sldMk cId="3409064162" sldId="262"/>
        </pc:sldMkLst>
        <pc:spChg chg="add mod">
          <ac:chgData name="guk fosu" userId="d4478d9dc2e2e684" providerId="LiveId" clId="{1F222039-9726-4AC6-B1F5-47D1FDEE3C54}" dt="2026-06-13T19:20:56.901" v="2305" actId="1076"/>
          <ac:spMkLst>
            <pc:docMk/>
            <pc:sldMk cId="3409064162" sldId="262"/>
            <ac:spMk id="2" creationId="{3885C2D5-E0AB-0DA9-E6ED-B6CDD4F0DDEA}"/>
          </ac:spMkLst>
        </pc:spChg>
        <pc:spChg chg="add del mod">
          <ac:chgData name="guk fosu" userId="d4478d9dc2e2e684" providerId="LiveId" clId="{1F222039-9726-4AC6-B1F5-47D1FDEE3C54}" dt="2026-06-13T19:28:09.414" v="2445" actId="478"/>
          <ac:spMkLst>
            <pc:docMk/>
            <pc:sldMk cId="3409064162" sldId="262"/>
            <ac:spMk id="3" creationId="{6AE3020F-6120-2765-D7BF-50591AA69B98}"/>
          </ac:spMkLst>
        </pc:spChg>
        <pc:spChg chg="add mod">
          <ac:chgData name="guk fosu" userId="d4478d9dc2e2e684" providerId="LiveId" clId="{1F222039-9726-4AC6-B1F5-47D1FDEE3C54}" dt="2026-06-13T19:23:33.872" v="2350" actId="1076"/>
          <ac:spMkLst>
            <pc:docMk/>
            <pc:sldMk cId="3409064162" sldId="262"/>
            <ac:spMk id="8" creationId="{F6B229AF-8C92-D9EF-BC6D-2CC0DDBCDD6C}"/>
          </ac:spMkLst>
        </pc:spChg>
        <pc:spChg chg="add del mod">
          <ac:chgData name="guk fosu" userId="d4478d9dc2e2e684" providerId="LiveId" clId="{1F222039-9726-4AC6-B1F5-47D1FDEE3C54}" dt="2026-06-13T19:28:14.128" v="2448" actId="478"/>
          <ac:spMkLst>
            <pc:docMk/>
            <pc:sldMk cId="3409064162" sldId="262"/>
            <ac:spMk id="9" creationId="{744FC0C8-FC58-0C03-6D0B-C95DC08D7A21}"/>
          </ac:spMkLst>
        </pc:spChg>
        <pc:spChg chg="add mod">
          <ac:chgData name="guk fosu" userId="d4478d9dc2e2e684" providerId="LiveId" clId="{1F222039-9726-4AC6-B1F5-47D1FDEE3C54}" dt="2026-06-13T19:25:01.917" v="2380" actId="14100"/>
          <ac:spMkLst>
            <pc:docMk/>
            <pc:sldMk cId="3409064162" sldId="262"/>
            <ac:spMk id="10" creationId="{80E63424-3A0D-24DB-5B1A-682C84116F31}"/>
          </ac:spMkLst>
        </pc:spChg>
        <pc:spChg chg="add mod">
          <ac:chgData name="guk fosu" userId="d4478d9dc2e2e684" providerId="LiveId" clId="{1F222039-9726-4AC6-B1F5-47D1FDEE3C54}" dt="2026-06-13T19:28:52.535" v="2503" actId="1076"/>
          <ac:spMkLst>
            <pc:docMk/>
            <pc:sldMk cId="3409064162" sldId="262"/>
            <ac:spMk id="11" creationId="{98899809-94F1-8AE1-8B51-D30B8183DBED}"/>
          </ac:spMkLst>
        </pc:spChg>
        <pc:spChg chg="add mod">
          <ac:chgData name="guk fosu" userId="d4478d9dc2e2e684" providerId="LiveId" clId="{1F222039-9726-4AC6-B1F5-47D1FDEE3C54}" dt="2026-06-13T19:26:22.479" v="2417" actId="113"/>
          <ac:spMkLst>
            <pc:docMk/>
            <pc:sldMk cId="3409064162" sldId="262"/>
            <ac:spMk id="12" creationId="{026F3F2D-E40B-EA36-8C66-E7F0AEBC63AF}"/>
          </ac:spMkLst>
        </pc:spChg>
        <pc:spChg chg="add mod">
          <ac:chgData name="guk fosu" userId="d4478d9dc2e2e684" providerId="LiveId" clId="{1F222039-9726-4AC6-B1F5-47D1FDEE3C54}" dt="2026-06-13T19:26:34.185" v="2424" actId="20577"/>
          <ac:spMkLst>
            <pc:docMk/>
            <pc:sldMk cId="3409064162" sldId="262"/>
            <ac:spMk id="13" creationId="{10C31AF1-D819-8FF2-2C1D-CD17E21F6CD6}"/>
          </ac:spMkLst>
        </pc:spChg>
        <pc:spChg chg="add mod">
          <ac:chgData name="guk fosu" userId="d4478d9dc2e2e684" providerId="LiveId" clId="{1F222039-9726-4AC6-B1F5-47D1FDEE3C54}" dt="2026-06-13T19:26:52.354" v="2429" actId="207"/>
          <ac:spMkLst>
            <pc:docMk/>
            <pc:sldMk cId="3409064162" sldId="262"/>
            <ac:spMk id="14" creationId="{D1C16786-5A07-EE0B-D47E-7DF771E3E2FF}"/>
          </ac:spMkLst>
        </pc:spChg>
        <pc:spChg chg="add mod">
          <ac:chgData name="guk fosu" userId="d4478d9dc2e2e684" providerId="LiveId" clId="{1F222039-9726-4AC6-B1F5-47D1FDEE3C54}" dt="2026-06-13T19:27:07.750" v="2434" actId="20577"/>
          <ac:spMkLst>
            <pc:docMk/>
            <pc:sldMk cId="3409064162" sldId="262"/>
            <ac:spMk id="15" creationId="{E7E3F82B-310D-8CDF-A331-0FB741EF81B2}"/>
          </ac:spMkLst>
        </pc:spChg>
        <pc:spChg chg="add mod">
          <ac:chgData name="guk fosu" userId="d4478d9dc2e2e684" providerId="LiveId" clId="{1F222039-9726-4AC6-B1F5-47D1FDEE3C54}" dt="2026-06-13T19:28:31.023" v="2458" actId="207"/>
          <ac:spMkLst>
            <pc:docMk/>
            <pc:sldMk cId="3409064162" sldId="262"/>
            <ac:spMk id="16" creationId="{2F5FBF2D-8438-3CA1-E40E-917216BD7CDB}"/>
          </ac:spMkLst>
        </pc:spChg>
        <pc:spChg chg="add mod">
          <ac:chgData name="guk fosu" userId="d4478d9dc2e2e684" providerId="LiveId" clId="{1F222039-9726-4AC6-B1F5-47D1FDEE3C54}" dt="2026-06-13T19:28:30.838" v="2457" actId="207"/>
          <ac:spMkLst>
            <pc:docMk/>
            <pc:sldMk cId="3409064162" sldId="262"/>
            <ac:spMk id="17" creationId="{064AAD32-41A0-F024-AA04-663AA1E996AA}"/>
          </ac:spMkLst>
        </pc:spChg>
        <pc:picChg chg="mod">
          <ac:chgData name="guk fosu" userId="d4478d9dc2e2e684" providerId="LiveId" clId="{1F222039-9726-4AC6-B1F5-47D1FDEE3C54}" dt="2026-06-13T19:32:05.061" v="2575"/>
          <ac:picMkLst>
            <pc:docMk/>
            <pc:sldMk cId="3409064162" sldId="262"/>
            <ac:picMk id="5" creationId="{5A7351DC-CF68-2065-3AFD-5F1F9CFB312C}"/>
          </ac:picMkLst>
        </pc:picChg>
        <pc:cxnChg chg="add del mod">
          <ac:chgData name="guk fosu" userId="d4478d9dc2e2e684" providerId="LiveId" clId="{1F222039-9726-4AC6-B1F5-47D1FDEE3C54}" dt="2026-06-13T19:22:23.991" v="2320" actId="478"/>
          <ac:cxnSpMkLst>
            <pc:docMk/>
            <pc:sldMk cId="3409064162" sldId="262"/>
            <ac:cxnSpMk id="6" creationId="{F9C4F21B-834B-7EF8-AAB5-C6C6D3C43A27}"/>
          </ac:cxnSpMkLst>
        </pc:cxnChg>
      </pc:sldChg>
      <pc:sldChg chg="modSp add del mod modShow">
        <pc:chgData name="guk fosu" userId="d4478d9dc2e2e684" providerId="LiveId" clId="{1F222039-9726-4AC6-B1F5-47D1FDEE3C54}" dt="2026-06-13T17:22:55.400" v="1830" actId="47"/>
        <pc:sldMkLst>
          <pc:docMk/>
          <pc:sldMk cId="172241818" sldId="263"/>
        </pc:sldMkLst>
        <pc:spChg chg="mod">
          <ac:chgData name="guk fosu" userId="d4478d9dc2e2e684" providerId="LiveId" clId="{1F222039-9726-4AC6-B1F5-47D1FDEE3C54}" dt="2026-06-13T10:53:22.984" v="1761" actId="20578"/>
          <ac:spMkLst>
            <pc:docMk/>
            <pc:sldMk cId="172241818" sldId="263"/>
            <ac:spMk id="3" creationId="{1D5E7624-BCFA-EB91-A2C2-EDEFAAD067D8}"/>
          </ac:spMkLst>
        </pc:spChg>
      </pc:sldChg>
      <pc:sldChg chg="addSp modSp add mod">
        <pc:chgData name="guk fosu" userId="d4478d9dc2e2e684" providerId="LiveId" clId="{1F222039-9726-4AC6-B1F5-47D1FDEE3C54}" dt="2026-06-13T17:24:20.762" v="1850" actId="113"/>
        <pc:sldMkLst>
          <pc:docMk/>
          <pc:sldMk cId="2253782612" sldId="264"/>
        </pc:sldMkLst>
        <pc:spChg chg="mod">
          <ac:chgData name="guk fosu" userId="d4478d9dc2e2e684" providerId="LiveId" clId="{1F222039-9726-4AC6-B1F5-47D1FDEE3C54}" dt="2026-06-13T17:24:20.762" v="1850" actId="113"/>
          <ac:spMkLst>
            <pc:docMk/>
            <pc:sldMk cId="2253782612" sldId="264"/>
            <ac:spMk id="2" creationId="{6BCED868-84D6-7DEB-9D3D-EF868BF450B4}"/>
          </ac:spMkLst>
        </pc:spChg>
        <pc:spChg chg="mod">
          <ac:chgData name="guk fosu" userId="d4478d9dc2e2e684" providerId="LiveId" clId="{1F222039-9726-4AC6-B1F5-47D1FDEE3C54}" dt="2026-06-13T17:22:38.007" v="1829" actId="1076"/>
          <ac:spMkLst>
            <pc:docMk/>
            <pc:sldMk cId="2253782612" sldId="264"/>
            <ac:spMk id="3" creationId="{03BEBC2B-84FF-FD26-8009-535C253CD2A7}"/>
          </ac:spMkLst>
        </pc:spChg>
        <pc:spChg chg="add">
          <ac:chgData name="guk fosu" userId="d4478d9dc2e2e684" providerId="LiveId" clId="{1F222039-9726-4AC6-B1F5-47D1FDEE3C54}" dt="2026-06-12T21:42:38.390" v="829"/>
          <ac:spMkLst>
            <pc:docMk/>
            <pc:sldMk cId="2253782612" sldId="264"/>
            <ac:spMk id="4" creationId="{66535190-5829-F591-C1FA-5D044C72AEC9}"/>
          </ac:spMkLst>
        </pc:spChg>
        <pc:spChg chg="add">
          <ac:chgData name="guk fosu" userId="d4478d9dc2e2e684" providerId="LiveId" clId="{1F222039-9726-4AC6-B1F5-47D1FDEE3C54}" dt="2026-06-12T21:42:42.966" v="830"/>
          <ac:spMkLst>
            <pc:docMk/>
            <pc:sldMk cId="2253782612" sldId="264"/>
            <ac:spMk id="5" creationId="{CA48EDB8-0ADB-27F2-56B0-98DB83E10690}"/>
          </ac:spMkLst>
        </pc:spChg>
      </pc:sldChg>
      <pc:sldChg chg="delSp modSp add mod ord">
        <pc:chgData name="guk fosu" userId="d4478d9dc2e2e684" providerId="LiveId" clId="{1F222039-9726-4AC6-B1F5-47D1FDEE3C54}" dt="2026-06-12T21:48:38.989" v="907" actId="1076"/>
        <pc:sldMkLst>
          <pc:docMk/>
          <pc:sldMk cId="3156759890" sldId="265"/>
        </pc:sldMkLst>
        <pc:spChg chg="del">
          <ac:chgData name="guk fosu" userId="d4478d9dc2e2e684" providerId="LiveId" clId="{1F222039-9726-4AC6-B1F5-47D1FDEE3C54}" dt="2026-06-12T21:48:26.541" v="867" actId="478"/>
          <ac:spMkLst>
            <pc:docMk/>
            <pc:sldMk cId="3156759890" sldId="265"/>
            <ac:spMk id="2" creationId="{826EC000-A9DB-27CF-B5A4-24019222B5C9}"/>
          </ac:spMkLst>
        </pc:spChg>
        <pc:spChg chg="mod">
          <ac:chgData name="guk fosu" userId="d4478d9dc2e2e684" providerId="LiveId" clId="{1F222039-9726-4AC6-B1F5-47D1FDEE3C54}" dt="2026-06-12T21:48:38.989" v="907" actId="1076"/>
          <ac:spMkLst>
            <pc:docMk/>
            <pc:sldMk cId="3156759890" sldId="265"/>
            <ac:spMk id="3" creationId="{FB32CD3A-8514-D81D-1B42-0D0A4912293A}"/>
          </ac:spMkLst>
        </pc:spChg>
      </pc:sldChg>
      <pc:sldChg chg="modSp add mod ord">
        <pc:chgData name="guk fosu" userId="d4478d9dc2e2e684" providerId="LiveId" clId="{1F222039-9726-4AC6-B1F5-47D1FDEE3C54}" dt="2026-06-13T19:37:06.227" v="2595" actId="113"/>
        <pc:sldMkLst>
          <pc:docMk/>
          <pc:sldMk cId="1123949314" sldId="266"/>
        </pc:sldMkLst>
        <pc:spChg chg="mod">
          <ac:chgData name="guk fosu" userId="d4478d9dc2e2e684" providerId="LiveId" clId="{1F222039-9726-4AC6-B1F5-47D1FDEE3C54}" dt="2026-06-12T21:49:18.373" v="926" actId="20577"/>
          <ac:spMkLst>
            <pc:docMk/>
            <pc:sldMk cId="1123949314" sldId="266"/>
            <ac:spMk id="2" creationId="{624C56D2-588E-8777-2C40-A6985A2478ED}"/>
          </ac:spMkLst>
        </pc:spChg>
        <pc:spChg chg="mod">
          <ac:chgData name="guk fosu" userId="d4478d9dc2e2e684" providerId="LiveId" clId="{1F222039-9726-4AC6-B1F5-47D1FDEE3C54}" dt="2026-06-13T19:37:06.227" v="2595" actId="113"/>
          <ac:spMkLst>
            <pc:docMk/>
            <pc:sldMk cId="1123949314" sldId="266"/>
            <ac:spMk id="3" creationId="{1226FF8D-A532-B317-E84C-5BF93AD868E1}"/>
          </ac:spMkLst>
        </pc:spChg>
      </pc:sldChg>
      <pc:sldChg chg="modSp add mod ord">
        <pc:chgData name="guk fosu" userId="d4478d9dc2e2e684" providerId="LiveId" clId="{1F222039-9726-4AC6-B1F5-47D1FDEE3C54}" dt="2026-06-13T08:37:34.811" v="1736" actId="20577"/>
        <pc:sldMkLst>
          <pc:docMk/>
          <pc:sldMk cId="3999276851" sldId="267"/>
        </pc:sldMkLst>
        <pc:spChg chg="mod">
          <ac:chgData name="guk fosu" userId="d4478d9dc2e2e684" providerId="LiveId" clId="{1F222039-9726-4AC6-B1F5-47D1FDEE3C54}" dt="2026-06-13T08:37:34.811" v="1736" actId="20577"/>
          <ac:spMkLst>
            <pc:docMk/>
            <pc:sldMk cId="3999276851" sldId="267"/>
            <ac:spMk id="3" creationId="{1E556077-829C-024D-54B2-DACE471B3D1D}"/>
          </ac:spMkLst>
        </pc:spChg>
      </pc:sldChg>
      <pc:sldChg chg="add del">
        <pc:chgData name="guk fosu" userId="d4478d9dc2e2e684" providerId="LiveId" clId="{1F222039-9726-4AC6-B1F5-47D1FDEE3C54}" dt="2026-06-12T21:49:51.043" v="965" actId="2890"/>
        <pc:sldMkLst>
          <pc:docMk/>
          <pc:sldMk cId="1754094451" sldId="268"/>
        </pc:sldMkLst>
      </pc:sldChg>
      <pc:sldChg chg="modSp add del mod ord">
        <pc:chgData name="guk fosu" userId="d4478d9dc2e2e684" providerId="LiveId" clId="{1F222039-9726-4AC6-B1F5-47D1FDEE3C54}" dt="2026-06-13T19:32:22.517" v="2576" actId="47"/>
        <pc:sldMkLst>
          <pc:docMk/>
          <pc:sldMk cId="3672758465" sldId="268"/>
        </pc:sldMkLst>
        <pc:spChg chg="mod">
          <ac:chgData name="guk fosu" userId="d4478d9dc2e2e684" providerId="LiveId" clId="{1F222039-9726-4AC6-B1F5-47D1FDEE3C54}" dt="2026-06-12T21:50:03.590" v="1005" actId="20577"/>
          <ac:spMkLst>
            <pc:docMk/>
            <pc:sldMk cId="3672758465" sldId="268"/>
            <ac:spMk id="3" creationId="{64B1D22C-A7AD-AEE9-4BC0-59D0C0E1B990}"/>
          </ac:spMkLst>
        </pc:spChg>
      </pc:sldChg>
      <pc:sldChg chg="add">
        <pc:chgData name="guk fosu" userId="d4478d9dc2e2e684" providerId="LiveId" clId="{1F222039-9726-4AC6-B1F5-47D1FDEE3C54}" dt="2026-06-13T08:37:27.540" v="1720" actId="2890"/>
        <pc:sldMkLst>
          <pc:docMk/>
          <pc:sldMk cId="1534987010" sldId="269"/>
        </pc:sldMkLst>
      </pc:sldChg>
      <pc:sldChg chg="addSp modSp add mod ord setBg">
        <pc:chgData name="guk fosu" userId="d4478d9dc2e2e684" providerId="LiveId" clId="{1F222039-9726-4AC6-B1F5-47D1FDEE3C54}" dt="2026-06-13T17:24:13.383" v="1848" actId="14100"/>
        <pc:sldMkLst>
          <pc:docMk/>
          <pc:sldMk cId="207116864" sldId="270"/>
        </pc:sldMkLst>
        <pc:spChg chg="mod">
          <ac:chgData name="guk fosu" userId="d4478d9dc2e2e684" providerId="LiveId" clId="{1F222039-9726-4AC6-B1F5-47D1FDEE3C54}" dt="2026-06-13T17:23:35.953" v="1835" actId="26606"/>
          <ac:spMkLst>
            <pc:docMk/>
            <pc:sldMk cId="207116864" sldId="270"/>
            <ac:spMk id="2" creationId="{FD6DD36C-49B6-3CBD-D581-9EC4803754A4}"/>
          </ac:spMkLst>
        </pc:spChg>
        <pc:spChg chg="mod">
          <ac:chgData name="guk fosu" userId="d4478d9dc2e2e684" providerId="LiveId" clId="{1F222039-9726-4AC6-B1F5-47D1FDEE3C54}" dt="2026-06-13T17:24:13.383" v="1848" actId="14100"/>
          <ac:spMkLst>
            <pc:docMk/>
            <pc:sldMk cId="207116864" sldId="270"/>
            <ac:spMk id="3" creationId="{A39F5B7E-02D9-2C29-BB16-B998F7545952}"/>
          </ac:spMkLst>
        </pc:spChg>
        <pc:spChg chg="add">
          <ac:chgData name="guk fosu" userId="d4478d9dc2e2e684" providerId="LiveId" clId="{1F222039-9726-4AC6-B1F5-47D1FDEE3C54}" dt="2026-06-13T17:23:35.953" v="1835" actId="26606"/>
          <ac:spMkLst>
            <pc:docMk/>
            <pc:sldMk cId="207116864" sldId="270"/>
            <ac:spMk id="3079" creationId="{F13C74B1-5B17-4795-BED0-7140497B445A}"/>
          </ac:spMkLst>
        </pc:spChg>
        <pc:spChg chg="add">
          <ac:chgData name="guk fosu" userId="d4478d9dc2e2e684" providerId="LiveId" clId="{1F222039-9726-4AC6-B1F5-47D1FDEE3C54}" dt="2026-06-13T17:23:35.953" v="1835" actId="26606"/>
          <ac:spMkLst>
            <pc:docMk/>
            <pc:sldMk cId="207116864" sldId="270"/>
            <ac:spMk id="3081" creationId="{D4974D33-8DC5-464E-8C6D-BE58F0669C17}"/>
          </ac:spMkLst>
        </pc:spChg>
        <pc:picChg chg="add mod">
          <ac:chgData name="guk fosu" userId="d4478d9dc2e2e684" providerId="LiveId" clId="{1F222039-9726-4AC6-B1F5-47D1FDEE3C54}" dt="2026-06-13T17:23:35.953" v="1835" actId="26606"/>
          <ac:picMkLst>
            <pc:docMk/>
            <pc:sldMk cId="207116864" sldId="270"/>
            <ac:picMk id="3074" creationId="{6D36A412-0F86-8694-40A9-4366060FB324}"/>
          </ac:picMkLst>
        </pc:picChg>
      </pc:sldChg>
      <pc:sldChg chg="add del ord">
        <pc:chgData name="guk fosu" userId="d4478d9dc2e2e684" providerId="LiveId" clId="{1F222039-9726-4AC6-B1F5-47D1FDEE3C54}" dt="2026-06-13T08:40:23.982" v="1756" actId="2890"/>
        <pc:sldMkLst>
          <pc:docMk/>
          <pc:sldMk cId="3058082725" sldId="270"/>
        </pc:sldMkLst>
      </pc:sldChg>
      <pc:sldChg chg="addSp delSp modSp add mod ord">
        <pc:chgData name="guk fosu" userId="d4478d9dc2e2e684" providerId="LiveId" clId="{1F222039-9726-4AC6-B1F5-47D1FDEE3C54}" dt="2026-06-13T19:31:43.322" v="2574"/>
        <pc:sldMkLst>
          <pc:docMk/>
          <pc:sldMk cId="1381463641" sldId="271"/>
        </pc:sldMkLst>
        <pc:spChg chg="del mod">
          <ac:chgData name="guk fosu" userId="d4478d9dc2e2e684" providerId="LiveId" clId="{1F222039-9726-4AC6-B1F5-47D1FDEE3C54}" dt="2026-06-13T19:15:45.045" v="2199" actId="478"/>
          <ac:spMkLst>
            <pc:docMk/>
            <pc:sldMk cId="1381463641" sldId="271"/>
            <ac:spMk id="2" creationId="{5FD7B611-A69C-0978-1432-0AB91DE71FE7}"/>
          </ac:spMkLst>
        </pc:spChg>
        <pc:spChg chg="mod">
          <ac:chgData name="guk fosu" userId="d4478d9dc2e2e684" providerId="LiveId" clId="{1F222039-9726-4AC6-B1F5-47D1FDEE3C54}" dt="2026-06-13T19:31:05.856" v="2573" actId="20577"/>
          <ac:spMkLst>
            <pc:docMk/>
            <pc:sldMk cId="1381463641" sldId="271"/>
            <ac:spMk id="3" creationId="{02004597-3287-1CA2-F47B-9B7E88F48E7F}"/>
          </ac:spMkLst>
        </pc:spChg>
        <pc:spChg chg="add del mod">
          <ac:chgData name="guk fosu" userId="d4478d9dc2e2e684" providerId="LiveId" clId="{1F222039-9726-4AC6-B1F5-47D1FDEE3C54}" dt="2026-06-13T19:19:32.356" v="2259" actId="478"/>
          <ac:spMkLst>
            <pc:docMk/>
            <pc:sldMk cId="1381463641" sldId="271"/>
            <ac:spMk id="4" creationId="{47E347A3-62AF-5874-9135-12A40A0F390C}"/>
          </ac:spMkLst>
        </pc:spChg>
        <pc:spChg chg="add del mod">
          <ac:chgData name="guk fosu" userId="d4478d9dc2e2e684" providerId="LiveId" clId="{1F222039-9726-4AC6-B1F5-47D1FDEE3C54}" dt="2026-06-13T19:19:33.472" v="2260" actId="478"/>
          <ac:spMkLst>
            <pc:docMk/>
            <pc:sldMk cId="1381463641" sldId="271"/>
            <ac:spMk id="5" creationId="{A84F0272-4971-FDA7-1E3E-FF26F4C861C0}"/>
          </ac:spMkLst>
        </pc:spChg>
        <pc:spChg chg="add del mod">
          <ac:chgData name="guk fosu" userId="d4478d9dc2e2e684" providerId="LiveId" clId="{1F222039-9726-4AC6-B1F5-47D1FDEE3C54}" dt="2026-06-13T19:15:45.982" v="2200" actId="478"/>
          <ac:spMkLst>
            <pc:docMk/>
            <pc:sldMk cId="1381463641" sldId="271"/>
            <ac:spMk id="7" creationId="{E729E9A9-9D85-F302-9BCE-B0E9D7304EED}"/>
          </ac:spMkLst>
        </pc:spChg>
        <pc:spChg chg="add mod">
          <ac:chgData name="guk fosu" userId="d4478d9dc2e2e684" providerId="LiveId" clId="{1F222039-9726-4AC6-B1F5-47D1FDEE3C54}" dt="2026-06-13T19:19:44.508" v="2265"/>
          <ac:spMkLst>
            <pc:docMk/>
            <pc:sldMk cId="1381463641" sldId="271"/>
            <ac:spMk id="10" creationId="{781468A7-CC1F-34A4-3DD4-4E2DE0739C8E}"/>
          </ac:spMkLst>
        </pc:spChg>
        <pc:spChg chg="add mod">
          <ac:chgData name="guk fosu" userId="d4478d9dc2e2e684" providerId="LiveId" clId="{1F222039-9726-4AC6-B1F5-47D1FDEE3C54}" dt="2026-06-13T19:20:04.382" v="2288" actId="20577"/>
          <ac:spMkLst>
            <pc:docMk/>
            <pc:sldMk cId="1381463641" sldId="271"/>
            <ac:spMk id="11" creationId="{18BFBDC2-B4C3-4F95-18F1-F90491F55C99}"/>
          </ac:spMkLst>
        </pc:spChg>
        <pc:picChg chg="add mod">
          <ac:chgData name="guk fosu" userId="d4478d9dc2e2e684" providerId="LiveId" clId="{1F222039-9726-4AC6-B1F5-47D1FDEE3C54}" dt="2026-06-13T19:31:43.322" v="2574"/>
          <ac:picMkLst>
            <pc:docMk/>
            <pc:sldMk cId="1381463641" sldId="271"/>
            <ac:picMk id="9" creationId="{E0D4130B-E16B-EF9F-F57B-2FCCFF2C293E}"/>
          </ac:picMkLst>
        </pc:picChg>
      </pc:sldChg>
      <pc:sldChg chg="addSp delSp modSp add del mod ord">
        <pc:chgData name="guk fosu" userId="d4478d9dc2e2e684" providerId="LiveId" clId="{1F222039-9726-4AC6-B1F5-47D1FDEE3C54}" dt="2026-06-13T19:39:26.700" v="2607" actId="47"/>
        <pc:sldMkLst>
          <pc:docMk/>
          <pc:sldMk cId="2705107951" sldId="272"/>
        </pc:sldMkLst>
        <pc:picChg chg="add mod">
          <ac:chgData name="guk fosu" userId="d4478d9dc2e2e684" providerId="LiveId" clId="{1F222039-9726-4AC6-B1F5-47D1FDEE3C54}" dt="2026-06-13T17:36:20.194" v="1965"/>
          <ac:picMkLst>
            <pc:docMk/>
            <pc:sldMk cId="2705107951" sldId="272"/>
            <ac:picMk id="2" creationId="{E2CCA9CF-3C59-295E-623F-C053B16EF0DE}"/>
          </ac:picMkLst>
        </pc:picChg>
        <pc:picChg chg="add del">
          <ac:chgData name="guk fosu" userId="d4478d9dc2e2e684" providerId="LiveId" clId="{1F222039-9726-4AC6-B1F5-47D1FDEE3C54}" dt="2026-06-13T17:36:20.930" v="1966" actId="478"/>
          <ac:picMkLst>
            <pc:docMk/>
            <pc:sldMk cId="2705107951" sldId="272"/>
            <ac:picMk id="7" creationId="{00EC7A5E-61E3-34CA-EBC0-010C3687694D}"/>
          </ac:picMkLst>
        </pc:picChg>
      </pc:sldChg>
      <pc:sldChg chg="addSp delSp modSp add del mod">
        <pc:chgData name="guk fosu" userId="d4478d9dc2e2e684" providerId="LiveId" clId="{1F222039-9726-4AC6-B1F5-47D1FDEE3C54}" dt="2026-06-13T18:02:39.928" v="2128" actId="47"/>
        <pc:sldMkLst>
          <pc:docMk/>
          <pc:sldMk cId="2261761733" sldId="273"/>
        </pc:sldMkLst>
        <pc:spChg chg="mod ord">
          <ac:chgData name="guk fosu" userId="d4478d9dc2e2e684" providerId="LiveId" clId="{1F222039-9726-4AC6-B1F5-47D1FDEE3C54}" dt="2026-06-13T17:38:30.872" v="2002" actId="26606"/>
          <ac:spMkLst>
            <pc:docMk/>
            <pc:sldMk cId="2261761733" sldId="273"/>
            <ac:spMk id="3" creationId="{6C19BACE-8078-B3FE-A429-6D10A6E0078C}"/>
          </ac:spMkLst>
        </pc:spChg>
        <pc:spChg chg="add del">
          <ac:chgData name="guk fosu" userId="d4478d9dc2e2e684" providerId="LiveId" clId="{1F222039-9726-4AC6-B1F5-47D1FDEE3C54}" dt="2026-06-13T17:38:30.872" v="2002" actId="26606"/>
          <ac:spMkLst>
            <pc:docMk/>
            <pc:sldMk cId="2261761733" sldId="273"/>
            <ac:spMk id="22" creationId="{60266588-B675-2A7F-3278-9DAF27CF5C3E}"/>
          </ac:spMkLst>
        </pc:spChg>
        <pc:spChg chg="add del">
          <ac:chgData name="guk fosu" userId="d4478d9dc2e2e684" providerId="LiveId" clId="{1F222039-9726-4AC6-B1F5-47D1FDEE3C54}" dt="2026-06-13T17:38:30.872" v="2002" actId="26606"/>
          <ac:spMkLst>
            <pc:docMk/>
            <pc:sldMk cId="2261761733" sldId="273"/>
            <ac:spMk id="23" creationId="{23F6223E-8E49-C9F1-ACEC-288487009ABB}"/>
          </ac:spMkLst>
        </pc:spChg>
        <pc:spChg chg="add del mod ord">
          <ac:chgData name="guk fosu" userId="d4478d9dc2e2e684" providerId="LiveId" clId="{1F222039-9726-4AC6-B1F5-47D1FDEE3C54}" dt="2026-06-13T17:38:30.872" v="2002" actId="26606"/>
          <ac:spMkLst>
            <pc:docMk/>
            <pc:sldMk cId="2261761733" sldId="273"/>
            <ac:spMk id="24" creationId="{3280F9EF-A79C-88D7-E3D0-9EDE912B7C18}"/>
          </ac:spMkLst>
        </pc:spChg>
        <pc:spChg chg="add">
          <ac:chgData name="guk fosu" userId="d4478d9dc2e2e684" providerId="LiveId" clId="{1F222039-9726-4AC6-B1F5-47D1FDEE3C54}" dt="2026-06-13T17:38:30.872" v="2002" actId="26606"/>
          <ac:spMkLst>
            <pc:docMk/>
            <pc:sldMk cId="2261761733" sldId="273"/>
            <ac:spMk id="26" creationId="{0B9EE3F3-89B7-43C3-8651-C4C96830993D}"/>
          </ac:spMkLst>
        </pc:spChg>
        <pc:spChg chg="add">
          <ac:chgData name="guk fosu" userId="d4478d9dc2e2e684" providerId="LiveId" clId="{1F222039-9726-4AC6-B1F5-47D1FDEE3C54}" dt="2026-06-13T17:38:30.872" v="2002" actId="26606"/>
          <ac:spMkLst>
            <pc:docMk/>
            <pc:sldMk cId="2261761733" sldId="273"/>
            <ac:spMk id="27" creationId="{33AE4636-AEEC-45D6-84D4-7AC2DA48ECF8}"/>
          </ac:spMkLst>
        </pc:spChg>
        <pc:spChg chg="add">
          <ac:chgData name="guk fosu" userId="d4478d9dc2e2e684" providerId="LiveId" clId="{1F222039-9726-4AC6-B1F5-47D1FDEE3C54}" dt="2026-06-13T17:38:30.872" v="2002" actId="26606"/>
          <ac:spMkLst>
            <pc:docMk/>
            <pc:sldMk cId="2261761733" sldId="273"/>
            <ac:spMk id="28" creationId="{8D9CE0F4-2EB2-4F1F-8AAC-DB3571D9FE10}"/>
          </ac:spMkLst>
        </pc:spChg>
        <pc:spChg chg="add del">
          <ac:chgData name="guk fosu" userId="d4478d9dc2e2e684" providerId="LiveId" clId="{1F222039-9726-4AC6-B1F5-47D1FDEE3C54}" dt="2026-06-13T17:38:08.660" v="1985" actId="26606"/>
          <ac:spMkLst>
            <pc:docMk/>
            <pc:sldMk cId="2261761733" sldId="273"/>
            <ac:spMk id="31" creationId="{CD8B4F24-440B-49E9-B85D-733523DC064B}"/>
          </ac:spMkLst>
        </pc:spChg>
        <pc:spChg chg="add del">
          <ac:chgData name="guk fosu" userId="d4478d9dc2e2e684" providerId="LiveId" clId="{1F222039-9726-4AC6-B1F5-47D1FDEE3C54}" dt="2026-06-13T17:38:22.363" v="1997" actId="26606"/>
          <ac:spMkLst>
            <pc:docMk/>
            <pc:sldMk cId="2261761733" sldId="273"/>
            <ac:spMk id="33" creationId="{8D9CE0F4-2EB2-4F1F-8AAC-DB3571D9FE10}"/>
          </ac:spMkLst>
        </pc:spChg>
        <pc:spChg chg="add del">
          <ac:chgData name="guk fosu" userId="d4478d9dc2e2e684" providerId="LiveId" clId="{1F222039-9726-4AC6-B1F5-47D1FDEE3C54}" dt="2026-06-13T17:37:54.212" v="1983" actId="26606"/>
          <ac:spMkLst>
            <pc:docMk/>
            <pc:sldMk cId="2261761733" sldId="273"/>
            <ac:spMk id="35" creationId="{F13C74B1-5B17-4795-BED0-7140497B445A}"/>
          </ac:spMkLst>
        </pc:spChg>
        <pc:spChg chg="add del">
          <ac:chgData name="guk fosu" userId="d4478d9dc2e2e684" providerId="LiveId" clId="{1F222039-9726-4AC6-B1F5-47D1FDEE3C54}" dt="2026-06-13T17:37:54.212" v="1983" actId="26606"/>
          <ac:spMkLst>
            <pc:docMk/>
            <pc:sldMk cId="2261761733" sldId="273"/>
            <ac:spMk id="36" creationId="{D4974D33-8DC5-464E-8C6D-BE58F0669C17}"/>
          </ac:spMkLst>
        </pc:spChg>
        <pc:spChg chg="add del">
          <ac:chgData name="guk fosu" userId="d4478d9dc2e2e684" providerId="LiveId" clId="{1F222039-9726-4AC6-B1F5-47D1FDEE3C54}" dt="2026-06-13T17:37:54.212" v="1983" actId="26606"/>
          <ac:spMkLst>
            <pc:docMk/>
            <pc:sldMk cId="2261761733" sldId="273"/>
            <ac:spMk id="37" creationId="{3280F9EF-A79C-88D7-E3D0-9EDE912B7C18}"/>
          </ac:spMkLst>
        </pc:spChg>
        <pc:spChg chg="add del">
          <ac:chgData name="guk fosu" userId="d4478d9dc2e2e684" providerId="LiveId" clId="{1F222039-9726-4AC6-B1F5-47D1FDEE3C54}" dt="2026-06-13T17:38:08.660" v="1985" actId="26606"/>
          <ac:spMkLst>
            <pc:docMk/>
            <pc:sldMk cId="2261761733" sldId="273"/>
            <ac:spMk id="39" creationId="{2B97F24A-32CE-4C1C-A50D-3016B394DCFB}"/>
          </ac:spMkLst>
        </pc:spChg>
        <pc:spChg chg="add del">
          <ac:chgData name="guk fosu" userId="d4478d9dc2e2e684" providerId="LiveId" clId="{1F222039-9726-4AC6-B1F5-47D1FDEE3C54}" dt="2026-06-13T17:38:08.660" v="1985" actId="26606"/>
          <ac:spMkLst>
            <pc:docMk/>
            <pc:sldMk cId="2261761733" sldId="273"/>
            <ac:spMk id="40" creationId="{3280F9EF-A79C-88D7-E3D0-9EDE912B7C18}"/>
          </ac:spMkLst>
        </pc:spChg>
        <pc:spChg chg="add del">
          <ac:chgData name="guk fosu" userId="d4478d9dc2e2e684" providerId="LiveId" clId="{1F222039-9726-4AC6-B1F5-47D1FDEE3C54}" dt="2026-06-13T17:38:12.942" v="1987" actId="26606"/>
          <ac:spMkLst>
            <pc:docMk/>
            <pc:sldMk cId="2261761733" sldId="273"/>
            <ac:spMk id="42" creationId="{B1595A09-E336-4D1B-9B3A-06A2287A54E2}"/>
          </ac:spMkLst>
        </pc:spChg>
        <pc:spChg chg="add del">
          <ac:chgData name="guk fosu" userId="d4478d9dc2e2e684" providerId="LiveId" clId="{1F222039-9726-4AC6-B1F5-47D1FDEE3C54}" dt="2026-06-13T17:38:12.942" v="1987" actId="26606"/>
          <ac:spMkLst>
            <pc:docMk/>
            <pc:sldMk cId="2261761733" sldId="273"/>
            <ac:spMk id="43" creationId="{3540989C-C7B8-473B-BF87-6F2DA6A90006}"/>
          </ac:spMkLst>
        </pc:spChg>
        <pc:spChg chg="add del">
          <ac:chgData name="guk fosu" userId="d4478d9dc2e2e684" providerId="LiveId" clId="{1F222039-9726-4AC6-B1F5-47D1FDEE3C54}" dt="2026-06-13T17:38:12.942" v="1987" actId="26606"/>
          <ac:spMkLst>
            <pc:docMk/>
            <pc:sldMk cId="2261761733" sldId="273"/>
            <ac:spMk id="44" creationId="{3280F9EF-A79C-88D7-E3D0-9EDE912B7C18}"/>
          </ac:spMkLst>
        </pc:spChg>
        <pc:spChg chg="add del">
          <ac:chgData name="guk fosu" userId="d4478d9dc2e2e684" providerId="LiveId" clId="{1F222039-9726-4AC6-B1F5-47D1FDEE3C54}" dt="2026-06-13T17:38:14.858" v="1989" actId="26606"/>
          <ac:spMkLst>
            <pc:docMk/>
            <pc:sldMk cId="2261761733" sldId="273"/>
            <ac:spMk id="46" creationId="{3280F9EF-A79C-88D7-E3D0-9EDE912B7C18}"/>
          </ac:spMkLst>
        </pc:spChg>
        <pc:spChg chg="add del">
          <ac:chgData name="guk fosu" userId="d4478d9dc2e2e684" providerId="LiveId" clId="{1F222039-9726-4AC6-B1F5-47D1FDEE3C54}" dt="2026-06-13T17:38:17.178" v="1993" actId="26606"/>
          <ac:spMkLst>
            <pc:docMk/>
            <pc:sldMk cId="2261761733" sldId="273"/>
            <ac:spMk id="54" creationId="{A2679492-7988-4050-9056-542444452411}"/>
          </ac:spMkLst>
        </pc:spChg>
        <pc:spChg chg="add del">
          <ac:chgData name="guk fosu" userId="d4478d9dc2e2e684" providerId="LiveId" clId="{1F222039-9726-4AC6-B1F5-47D1FDEE3C54}" dt="2026-06-13T17:38:17.178" v="1993" actId="26606"/>
          <ac:spMkLst>
            <pc:docMk/>
            <pc:sldMk cId="2261761733" sldId="273"/>
            <ac:spMk id="55" creationId="{B091B163-7D61-4891-ABCF-5C13D9C418D0}"/>
          </ac:spMkLst>
        </pc:spChg>
        <pc:spChg chg="add del">
          <ac:chgData name="guk fosu" userId="d4478d9dc2e2e684" providerId="LiveId" clId="{1F222039-9726-4AC6-B1F5-47D1FDEE3C54}" dt="2026-06-13T17:38:17.178" v="1993" actId="26606"/>
          <ac:spMkLst>
            <pc:docMk/>
            <pc:sldMk cId="2261761733" sldId="273"/>
            <ac:spMk id="56" creationId="{3280F9EF-A79C-88D7-E3D0-9EDE912B7C18}"/>
          </ac:spMkLst>
        </pc:spChg>
        <pc:spChg chg="add del">
          <ac:chgData name="guk fosu" userId="d4478d9dc2e2e684" providerId="LiveId" clId="{1F222039-9726-4AC6-B1F5-47D1FDEE3C54}" dt="2026-06-13T17:38:18.539" v="1995" actId="26606"/>
          <ac:spMkLst>
            <pc:docMk/>
            <pc:sldMk cId="2261761733" sldId="273"/>
            <ac:spMk id="59" creationId="{04812C46-200A-4DEB-A05E-3ED6C68C2387}"/>
          </ac:spMkLst>
        </pc:spChg>
        <pc:spChg chg="add del">
          <ac:chgData name="guk fosu" userId="d4478d9dc2e2e684" providerId="LiveId" clId="{1F222039-9726-4AC6-B1F5-47D1FDEE3C54}" dt="2026-06-13T17:38:18.539" v="1995" actId="26606"/>
          <ac:spMkLst>
            <pc:docMk/>
            <pc:sldMk cId="2261761733" sldId="273"/>
            <ac:spMk id="60" creationId="{D1EA859B-E555-4109-94F3-6700E046E008}"/>
          </ac:spMkLst>
        </pc:spChg>
        <pc:spChg chg="add del">
          <ac:chgData name="guk fosu" userId="d4478d9dc2e2e684" providerId="LiveId" clId="{1F222039-9726-4AC6-B1F5-47D1FDEE3C54}" dt="2026-06-13T17:38:18.539" v="1995" actId="26606"/>
          <ac:spMkLst>
            <pc:docMk/>
            <pc:sldMk cId="2261761733" sldId="273"/>
            <ac:spMk id="61" creationId="{3280F9EF-A79C-88D7-E3D0-9EDE912B7C18}"/>
          </ac:spMkLst>
        </pc:spChg>
        <pc:spChg chg="add del">
          <ac:chgData name="guk fosu" userId="d4478d9dc2e2e684" providerId="LiveId" clId="{1F222039-9726-4AC6-B1F5-47D1FDEE3C54}" dt="2026-06-13T17:38:22.363" v="1997" actId="26606"/>
          <ac:spMkLst>
            <pc:docMk/>
            <pc:sldMk cId="2261761733" sldId="273"/>
            <ac:spMk id="63" creationId="{0B9EE3F3-89B7-43C3-8651-C4C96830993D}"/>
          </ac:spMkLst>
        </pc:spChg>
        <pc:spChg chg="add del">
          <ac:chgData name="guk fosu" userId="d4478d9dc2e2e684" providerId="LiveId" clId="{1F222039-9726-4AC6-B1F5-47D1FDEE3C54}" dt="2026-06-13T17:38:22.363" v="1997" actId="26606"/>
          <ac:spMkLst>
            <pc:docMk/>
            <pc:sldMk cId="2261761733" sldId="273"/>
            <ac:spMk id="64" creationId="{33AE4636-AEEC-45D6-84D4-7AC2DA48ECF8}"/>
          </ac:spMkLst>
        </pc:spChg>
        <pc:spChg chg="add del">
          <ac:chgData name="guk fosu" userId="d4478d9dc2e2e684" providerId="LiveId" clId="{1F222039-9726-4AC6-B1F5-47D1FDEE3C54}" dt="2026-06-13T17:38:22.363" v="1997" actId="26606"/>
          <ac:spMkLst>
            <pc:docMk/>
            <pc:sldMk cId="2261761733" sldId="273"/>
            <ac:spMk id="65" creationId="{3280F9EF-A79C-88D7-E3D0-9EDE912B7C18}"/>
          </ac:spMkLst>
        </pc:spChg>
        <pc:spChg chg="add del">
          <ac:chgData name="guk fosu" userId="d4478d9dc2e2e684" providerId="LiveId" clId="{1F222039-9726-4AC6-B1F5-47D1FDEE3C54}" dt="2026-06-13T17:38:26.034" v="2001" actId="26606"/>
          <ac:spMkLst>
            <pc:docMk/>
            <pc:sldMk cId="2261761733" sldId="273"/>
            <ac:spMk id="67" creationId="{F13C74B1-5B17-4795-BED0-7140497B445A}"/>
          </ac:spMkLst>
        </pc:spChg>
        <pc:spChg chg="add del">
          <ac:chgData name="guk fosu" userId="d4478d9dc2e2e684" providerId="LiveId" clId="{1F222039-9726-4AC6-B1F5-47D1FDEE3C54}" dt="2026-06-13T17:38:26.034" v="2001" actId="26606"/>
          <ac:spMkLst>
            <pc:docMk/>
            <pc:sldMk cId="2261761733" sldId="273"/>
            <ac:spMk id="68" creationId="{D4974D33-8DC5-464E-8C6D-BE58F0669C17}"/>
          </ac:spMkLst>
        </pc:spChg>
        <pc:spChg chg="add del">
          <ac:chgData name="guk fosu" userId="d4478d9dc2e2e684" providerId="LiveId" clId="{1F222039-9726-4AC6-B1F5-47D1FDEE3C54}" dt="2026-06-13T17:38:26.034" v="2001" actId="26606"/>
          <ac:spMkLst>
            <pc:docMk/>
            <pc:sldMk cId="2261761733" sldId="273"/>
            <ac:spMk id="69" creationId="{3280F9EF-A79C-88D7-E3D0-9EDE912B7C18}"/>
          </ac:spMkLst>
        </pc:spChg>
        <pc:grpChg chg="add del">
          <ac:chgData name="guk fosu" userId="d4478d9dc2e2e684" providerId="LiveId" clId="{1F222039-9726-4AC6-B1F5-47D1FDEE3C54}" dt="2026-06-13T17:37:52.335" v="1981" actId="26606"/>
          <ac:grpSpMkLst>
            <pc:docMk/>
            <pc:sldMk cId="2261761733" sldId="273"/>
            <ac:grpSpMk id="29" creationId="{D19F7815-3AA2-7679-26F4-A63338C8BD5B}"/>
          </ac:grpSpMkLst>
        </pc:grpChg>
        <pc:grpChg chg="add del">
          <ac:chgData name="guk fosu" userId="d4478d9dc2e2e684" providerId="LiveId" clId="{1F222039-9726-4AC6-B1F5-47D1FDEE3C54}" dt="2026-06-13T17:38:14.858" v="1989" actId="26606"/>
          <ac:grpSpMkLst>
            <pc:docMk/>
            <pc:sldMk cId="2261761733" sldId="273"/>
            <ac:grpSpMk id="47" creationId="{6258F736-B256-8039-9DC6-F4E49A5C5AD5}"/>
          </ac:grpSpMkLst>
        </pc:grpChg>
        <pc:grpChg chg="add del">
          <ac:chgData name="guk fosu" userId="d4478d9dc2e2e684" providerId="LiveId" clId="{1F222039-9726-4AC6-B1F5-47D1FDEE3C54}" dt="2026-06-13T17:38:16.113" v="1991" actId="26606"/>
          <ac:grpSpMkLst>
            <pc:docMk/>
            <pc:sldMk cId="2261761733" sldId="273"/>
            <ac:grpSpMk id="50" creationId="{D19F7815-3AA2-7679-26F4-A63338C8BD5B}"/>
          </ac:grpSpMkLst>
        </pc:grpChg>
        <pc:picChg chg="add del mod">
          <ac:chgData name="guk fosu" userId="d4478d9dc2e2e684" providerId="LiveId" clId="{1F222039-9726-4AC6-B1F5-47D1FDEE3C54}" dt="2026-06-13T17:38:41.785" v="2008" actId="21"/>
          <ac:picMkLst>
            <pc:docMk/>
            <pc:sldMk cId="2261761733" sldId="273"/>
            <ac:picMk id="2" creationId="{F68A1837-28BB-907F-3E9A-4A38BA8038A4}"/>
          </ac:picMkLst>
        </pc:picChg>
        <pc:picChg chg="del">
          <ac:chgData name="guk fosu" userId="d4478d9dc2e2e684" providerId="LiveId" clId="{1F222039-9726-4AC6-B1F5-47D1FDEE3C54}" dt="2026-06-13T17:37:36.640" v="1978" actId="478"/>
          <ac:picMkLst>
            <pc:docMk/>
            <pc:sldMk cId="2261761733" sldId="273"/>
            <ac:picMk id="7" creationId="{4A39F3C2-99EA-AD19-14A3-8BB05DF940CC}"/>
          </ac:picMkLst>
        </pc:picChg>
        <pc:cxnChg chg="add del">
          <ac:chgData name="guk fosu" userId="d4478d9dc2e2e684" providerId="LiveId" clId="{1F222039-9726-4AC6-B1F5-47D1FDEE3C54}" dt="2026-06-13T17:38:17.178" v="1993" actId="26606"/>
          <ac:cxnSpMkLst>
            <pc:docMk/>
            <pc:sldMk cId="2261761733" sldId="273"/>
            <ac:cxnSpMk id="57" creationId="{C49DA8F6-BCC1-4447-B54C-57856834B94B}"/>
          </ac:cxnSpMkLst>
        </pc:cxnChg>
      </pc:sldChg>
      <pc:sldChg chg="addSp delSp modSp add mod">
        <pc:chgData name="guk fosu" userId="d4478d9dc2e2e684" providerId="LiveId" clId="{1F222039-9726-4AC6-B1F5-47D1FDEE3C54}" dt="2026-06-13T19:39:07.070" v="2606" actId="2710"/>
        <pc:sldMkLst>
          <pc:docMk/>
          <pc:sldMk cId="2505223490" sldId="274"/>
        </pc:sldMkLst>
        <pc:spChg chg="del mod">
          <ac:chgData name="guk fosu" userId="d4478d9dc2e2e684" providerId="LiveId" clId="{1F222039-9726-4AC6-B1F5-47D1FDEE3C54}" dt="2026-06-13T17:39:17.425" v="2024" actId="478"/>
          <ac:spMkLst>
            <pc:docMk/>
            <pc:sldMk cId="2505223490" sldId="274"/>
            <ac:spMk id="3" creationId="{7F9FB2B3-5B05-CD8A-BB65-2DAC36CBD10A}"/>
          </ac:spMkLst>
        </pc:spChg>
        <pc:spChg chg="add del mod">
          <ac:chgData name="guk fosu" userId="d4478d9dc2e2e684" providerId="LiveId" clId="{1F222039-9726-4AC6-B1F5-47D1FDEE3C54}" dt="2026-06-13T17:39:21.089" v="2027" actId="478"/>
          <ac:spMkLst>
            <pc:docMk/>
            <pc:sldMk cId="2505223490" sldId="274"/>
            <ac:spMk id="5" creationId="{11B49C75-B496-78DA-72B8-9BC19CEE4F46}"/>
          </ac:spMkLst>
        </pc:spChg>
        <pc:spChg chg="mod ord">
          <ac:chgData name="guk fosu" userId="d4478d9dc2e2e684" providerId="LiveId" clId="{1F222039-9726-4AC6-B1F5-47D1FDEE3C54}" dt="2026-06-13T19:39:07.070" v="2606" actId="2710"/>
          <ac:spMkLst>
            <pc:docMk/>
            <pc:sldMk cId="2505223490" sldId="274"/>
            <ac:spMk id="24" creationId="{5AD62C2C-F076-6144-88C8-8D9802015BAE}"/>
          </ac:spMkLst>
        </pc:spChg>
        <pc:picChg chg="add del mod ord">
          <ac:chgData name="guk fosu" userId="d4478d9dc2e2e684" providerId="LiveId" clId="{1F222039-9726-4AC6-B1F5-47D1FDEE3C54}" dt="2026-06-13T17:39:35.659" v="2031" actId="1076"/>
          <ac:picMkLst>
            <pc:docMk/>
            <pc:sldMk cId="2505223490" sldId="274"/>
            <ac:picMk id="2" creationId="{F68A1837-28BB-907F-3E9A-4A38BA8038A4}"/>
          </ac:picMkLst>
        </pc:picChg>
        <pc:picChg chg="del">
          <ac:chgData name="guk fosu" userId="d4478d9dc2e2e684" providerId="LiveId" clId="{1F222039-9726-4AC6-B1F5-47D1FDEE3C54}" dt="2026-06-13T17:38:43.973" v="2009" actId="478"/>
          <ac:picMkLst>
            <pc:docMk/>
            <pc:sldMk cId="2505223490" sldId="274"/>
            <ac:picMk id="7" creationId="{631CD407-90E4-324E-D923-4EC804E23ED4}"/>
          </ac:picMkLst>
        </pc:picChg>
      </pc:sldChg>
      <pc:sldChg chg="addSp modSp add mod ord">
        <pc:chgData name="guk fosu" userId="d4478d9dc2e2e684" providerId="LiveId" clId="{1F222039-9726-4AC6-B1F5-47D1FDEE3C54}" dt="2026-06-13T19:19:14.328" v="2255"/>
        <pc:sldMkLst>
          <pc:docMk/>
          <pc:sldMk cId="2329720916" sldId="275"/>
        </pc:sldMkLst>
        <pc:spChg chg="mod">
          <ac:chgData name="guk fosu" userId="d4478d9dc2e2e684" providerId="LiveId" clId="{1F222039-9726-4AC6-B1F5-47D1FDEE3C54}" dt="2026-06-13T19:19:08.361" v="2253" actId="20577"/>
          <ac:spMkLst>
            <pc:docMk/>
            <pc:sldMk cId="2329720916" sldId="275"/>
            <ac:spMk id="3" creationId="{D797F7C6-D926-1809-133A-F55BD1EDB63D}"/>
          </ac:spMkLst>
        </pc:spChg>
        <pc:spChg chg="mod">
          <ac:chgData name="guk fosu" userId="d4478d9dc2e2e684" providerId="LiveId" clId="{1F222039-9726-4AC6-B1F5-47D1FDEE3C54}" dt="2026-06-13T19:18:06.565" v="2234" actId="1076"/>
          <ac:spMkLst>
            <pc:docMk/>
            <pc:sldMk cId="2329720916" sldId="275"/>
            <ac:spMk id="4" creationId="{D2C10C1D-8F60-A20D-1F67-0488D68ADD50}"/>
          </ac:spMkLst>
        </pc:spChg>
        <pc:spChg chg="mod">
          <ac:chgData name="guk fosu" userId="d4478d9dc2e2e684" providerId="LiveId" clId="{1F222039-9726-4AC6-B1F5-47D1FDEE3C54}" dt="2026-06-13T19:18:46.807" v="2247" actId="14100"/>
          <ac:spMkLst>
            <pc:docMk/>
            <pc:sldMk cId="2329720916" sldId="275"/>
            <ac:spMk id="5" creationId="{FD13CD53-4CC7-AEE0-4073-4972097F73B3}"/>
          </ac:spMkLst>
        </pc:spChg>
        <pc:picChg chg="add mod">
          <ac:chgData name="guk fosu" userId="d4478d9dc2e2e684" providerId="LiveId" clId="{1F222039-9726-4AC6-B1F5-47D1FDEE3C54}" dt="2026-06-13T19:18:34.710" v="2238" actId="1076"/>
          <ac:picMkLst>
            <pc:docMk/>
            <pc:sldMk cId="2329720916" sldId="275"/>
            <ac:picMk id="6" creationId="{30459CCE-0EC5-A9D1-F06A-1BFD35BD8E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AA34-FD62-B6DE-51A2-1642CB077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1A9E7-F7A7-EEE2-CD6A-41043CFDB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44CBA-3033-E3F4-EA1F-A1984061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77E40-9E5A-AD54-E245-67602861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44AEB-0F1B-FDAA-D7EB-AE7553AC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7F6E-5E48-60F9-89BA-360CF6F9A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93578-3501-B2F0-CDB1-1D628DD94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A2589-D6E3-E0D1-5072-E686163B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035DE-E886-13A1-DC76-0AB17525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8D828-7470-F8E3-1152-1335F3CF8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8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D235-FDCD-FBCA-45DB-11DD59E4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23022-AB79-D6CD-9C32-AF0C74081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67133-0758-E1EB-E50E-B12CEB1C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5D585-73B3-29AA-B6E6-8EA5915C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344D4-FF68-A8C4-85EA-985C853F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55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0DC9-8792-7F7F-83DD-BFFD2A2C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5331-335A-ED7B-48DD-D9B4DC7C3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01A8F-815A-A987-1817-41C9FD71E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D1332-1374-EC1F-498F-8F65C795A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F5621-8F77-C182-5B12-B45B267F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2E5FE-BC59-A674-DE72-4C4E612B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8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EE1A-9EC9-FB77-16D2-782DDD2F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8E85C-4FE2-8847-0F3D-B2CCE5098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6DE81-40DF-9B31-4C71-B92D0AF87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CD6F7-B295-4BDF-FC6D-8456F8C97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38A48-7A84-982D-26FE-5A5126639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0D46F-7B27-B45E-3464-A35291C71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AA482-D486-1513-C163-4A32139C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C8040-44E0-B67A-C8E9-7848BB8E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8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A6A1-6471-AA0B-240C-1D09AC786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AD579-B8DE-F7E6-ADFD-E012CE1A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D9DC9-A42D-B37E-024C-276A3F0B2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CEC09-D194-D39B-A20F-C3E295AC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1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CD8631-2A7C-B2E2-816E-7DE1057DD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60500-6E60-D715-3095-58423833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5EF24-5BC8-6590-BDEC-EAD2C3B4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8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FFF6-55D9-F0AC-DB1D-FA9DB2F5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15093-464C-AA2A-AB7D-848F7D5F4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C7718-32C1-EE31-79B2-A3ADE6E69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3532F-B3C7-332C-304B-42799182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38C7D-5397-C7C0-29ED-25083F1E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27B9F-E98F-5836-1A46-B2287845F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5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028D-38A4-9F04-9957-C58061AB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5A26F-E680-302D-5EC2-7F7F87E7A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97D7F-8EE2-2347-F708-71A466DDC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609AA-3E07-4CA3-C074-AE934610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7E1E8-DA2F-3BE1-09F8-6535D174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4EB3E-4170-53CE-E99F-5B814481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6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B1089-71BC-53AE-14C5-75BB5427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2BC68-5E2C-E648-7588-6C6A624F0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7D27F-1A8B-74D2-F0EC-673BC069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F34A2-4812-9935-BE22-E5497F7C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21BF5-90A7-4FEC-4A27-E73444A1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61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56BE-4079-1C39-C6B0-9E2F23968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63D4D-4A91-5179-8B88-6106E588B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2C6DA-C6AB-6D6E-DC69-3C2E55D0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940ED-0D9C-389C-7B93-4E5F48B8C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6DA07-B3D2-8E05-CF67-32B4E93E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6F1F52-1003-4180-1C2E-7010E57A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43336-19B2-1D62-052D-ACBD8773B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128E6-10EF-C6A1-EBC0-01F6ABFCB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106B8-ADE1-4A76-890A-37B19E07BA1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08251-BFF6-526B-2660-EEB28CD3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4CEEC-2631-30A8-EA5F-4430E881C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4F060-A8E7-4CFF-8AD9-577CE0E67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39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94E2-FC18-E516-0299-9D1E6F9F41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Horizon Airlines – </a:t>
            </a:r>
            <a:br>
              <a:rPr lang="en-US" dirty="0"/>
            </a:br>
            <a:r>
              <a:rPr lang="en-US" dirty="0"/>
              <a:t>The Brand Ambassadors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D9C2E-5E98-E340-4FCD-A4A93A782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Husain Z</a:t>
            </a:r>
          </a:p>
        </p:txBody>
      </p:sp>
    </p:spTree>
    <p:extLst>
      <p:ext uri="{BB962C8B-B14F-4D97-AF65-F5344CB8AC3E}">
        <p14:creationId xmlns:p14="http://schemas.microsoft.com/office/powerpoint/2010/main" val="222311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B2BCC-0773-3B27-B7AE-B4F89AE48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DD36C-49B6-3CBD-D581-9EC48037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The scenario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5B7E-02D9-2C29-BB16-B998F7545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57" y="2915457"/>
            <a:ext cx="4884250" cy="33206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Scenario: The execs at “Horizon Airlines” want to launch a </a:t>
            </a:r>
            <a:r>
              <a:rPr lang="en-US" sz="2200" b="1" dirty="0"/>
              <a:t>loyalty program </a:t>
            </a:r>
            <a:r>
              <a:rPr lang="en-US" sz="2200" dirty="0"/>
              <a:t>for passengers likely to be </a:t>
            </a:r>
            <a:r>
              <a:rPr lang="en-US" sz="2200" b="1" dirty="0"/>
              <a:t>satisfied</a:t>
            </a:r>
            <a:r>
              <a:rPr lang="en-US" sz="2200" dirty="0"/>
              <a:t> with their flight, turning them into </a:t>
            </a:r>
            <a:r>
              <a:rPr lang="en-US" sz="2200" b="1" dirty="0"/>
              <a:t>brand ambassadors</a:t>
            </a:r>
            <a:r>
              <a:rPr lang="en-US" sz="2200" dirty="0"/>
              <a:t>, while staying within budget.</a:t>
            </a:r>
          </a:p>
        </p:txBody>
      </p:sp>
      <p:pic>
        <p:nvPicPr>
          <p:cNvPr id="3074" name="Picture 2" descr="54,000+ Airline Icon Stock Illustrations, Royalty-Free Vector Graphics &amp;  Clip Art - iStock | Airline icon editable stroke, Airline icon vector">
            <a:extLst>
              <a:ext uri="{FF2B5EF4-FFF2-40B4-BE49-F238E27FC236}">
                <a16:creationId xmlns:a16="http://schemas.microsoft.com/office/drawing/2014/main" id="{6D36A412-0F86-8694-40A9-4366060FB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16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5CB5-023D-7256-B657-91EB3B28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D868-84D6-7DEB-9D3D-EF868BF45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EBC2B-84FF-FD26-8009-535C253CD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68" y="1505861"/>
            <a:ext cx="10825263" cy="473409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000" b="1" dirty="0"/>
              <a:t>The problem</a:t>
            </a:r>
            <a:r>
              <a:rPr lang="en-US" sz="3000" dirty="0"/>
              <a:t>: With a </a:t>
            </a:r>
            <a:r>
              <a:rPr lang="en-US" sz="3000" b="1" dirty="0"/>
              <a:t>limited budget</a:t>
            </a:r>
            <a:r>
              <a:rPr lang="en-US" sz="3000" dirty="0"/>
              <a:t>, the company can't afford to give loyalty perks to unsatisfied passengers </a:t>
            </a:r>
            <a:r>
              <a:rPr lang="en-US" sz="3000" b="1" dirty="0"/>
              <a:t>wrongly labeled </a:t>
            </a:r>
            <a:r>
              <a:rPr lang="en-US" sz="3000" dirty="0"/>
              <a:t>as satisfied, leading to wasted expenditure.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aim to build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predictive model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that achieves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precision score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 least 90%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accurately identify genuinely satisfied passengers, ensuring loyalty program resources are allocated efficiently within budget.</a:t>
            </a:r>
          </a:p>
        </p:txBody>
      </p:sp>
    </p:spTree>
    <p:extLst>
      <p:ext uri="{BB962C8B-B14F-4D97-AF65-F5344CB8AC3E}">
        <p14:creationId xmlns:p14="http://schemas.microsoft.com/office/powerpoint/2010/main" val="2253782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C9BD-CC3D-D81B-F1CB-782F6B26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32CD3A-8514-D81D-1B42-0D0A49122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028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Exploratory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156759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0DE8C-F918-74E3-BD35-49FA1DB7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E33475E-225D-57BD-2E22-7477DE514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430E242-23E4-7245-A436-4D6422E3E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F68A1837-28BB-907F-3E9A-4A38BA803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0" y="898118"/>
            <a:ext cx="10424439" cy="5212220"/>
          </a:xfrm>
          <a:prstGeom prst="rect">
            <a:avLst/>
          </a:prstGeom>
        </p:spPr>
      </p:pic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5AD62C2C-F076-6144-88C8-8D9802015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8991" y="2213243"/>
            <a:ext cx="3255095" cy="3410712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 </a:t>
            </a:r>
            <a:r>
              <a:rPr lang="en-US" b="1" dirty="0"/>
              <a:t>Travelers aged 46–59 </a:t>
            </a:r>
            <a:r>
              <a:rPr lang="en-US" dirty="0"/>
              <a:t>exhibit the highest satisfaction rate (57.5%)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05223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C3A72B31-5DA3-802D-590F-C22960B1F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/>
              <a:t>Business travelers make up over </a:t>
            </a:r>
            <a:r>
              <a:rPr lang="en-US" sz="2200" b="1" dirty="0"/>
              <a:t>93% </a:t>
            </a:r>
            <a:r>
              <a:rPr lang="en-US" sz="2200" dirty="0"/>
              <a:t>of </a:t>
            </a:r>
            <a:r>
              <a:rPr lang="en-US" sz="2200" b="1" dirty="0"/>
              <a:t>all satisfied flyers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We can instantly </a:t>
            </a:r>
            <a:r>
              <a:rPr lang="en-US" sz="2200" b="1" dirty="0"/>
              <a:t>eliminate</a:t>
            </a:r>
            <a:r>
              <a:rPr lang="en-US" sz="2200" dirty="0"/>
              <a:t> high-risk, low-precision </a:t>
            </a:r>
            <a:r>
              <a:rPr lang="en-US" sz="2200" b="1" dirty="0"/>
              <a:t>personal travel segments</a:t>
            </a:r>
            <a:r>
              <a:rPr lang="en-US" sz="2200" dirty="0"/>
              <a:t> from our loyalty outreach.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FCA423-5058-39A0-C823-BEAF358A9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373" y="1056409"/>
            <a:ext cx="8293627" cy="523738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DF014DA-384B-30C1-09C1-694EE7D5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Type of Travel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8A425DF-503A-7312-E4BB-DDF161F576AC}"/>
              </a:ext>
            </a:extLst>
          </p:cNvPr>
          <p:cNvSpPr txBox="1">
            <a:spLocks/>
          </p:cNvSpPr>
          <p:nvPr/>
        </p:nvSpPr>
        <p:spPr>
          <a:xfrm>
            <a:off x="6833940" y="1246721"/>
            <a:ext cx="1570758" cy="9756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3"/>
                </a:solidFill>
              </a:rPr>
              <a:t>93%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6FF52A-98EC-2D24-9FA8-A84DB45A9744}"/>
              </a:ext>
            </a:extLst>
          </p:cNvPr>
          <p:cNvSpPr txBox="1">
            <a:spLocks/>
          </p:cNvSpPr>
          <p:nvPr/>
        </p:nvSpPr>
        <p:spPr>
          <a:xfrm>
            <a:off x="10473641" y="4512564"/>
            <a:ext cx="966087" cy="9756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accent3"/>
                </a:solidFill>
              </a:rPr>
              <a:t>7%</a:t>
            </a:r>
          </a:p>
        </p:txBody>
      </p:sp>
    </p:spTree>
    <p:extLst>
      <p:ext uri="{BB962C8B-B14F-4D97-AF65-F5344CB8AC3E}">
        <p14:creationId xmlns:p14="http://schemas.microsoft.com/office/powerpoint/2010/main" val="269294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86E73-7BDA-0A94-0D65-7C633371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209" y="525220"/>
            <a:ext cx="3953021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Cabin Class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62CDD3B-9C12-DAFC-FE94-6DD47C656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5209" y="2334638"/>
            <a:ext cx="4030842" cy="407588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Premium service is highly linked to business travel (67.2% Business Class).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Targeting premium cabins allows us to cleanly isolate highly-satisfied prospective brand ambassadors.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AF5898-5C33-4FC9-52D2-D61966185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6" y="1097279"/>
            <a:ext cx="6903720" cy="517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50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507BAC-6A2E-2CAE-E588-A4A8CBA8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2841839" cy="1719072"/>
          </a:xfrm>
        </p:spPr>
        <p:txBody>
          <a:bodyPr anchor="b">
            <a:noAutofit/>
          </a:bodyPr>
          <a:lstStyle/>
          <a:p>
            <a:r>
              <a:rPr lang="en-US" sz="4000" dirty="0"/>
              <a:t>Key Satisfaction Drivers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20E7877B-8802-4144-F953-BF095435A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Online Boarding displays the highest overall correlation.</a:t>
            </a:r>
          </a:p>
          <a:p>
            <a:r>
              <a:rPr lang="en-US" sz="2200" dirty="0"/>
              <a:t> Concentrating outreach on passengers rating this touchpoint a perfect 5/5 provides a highly precise shortcut to accurate targeting.</a:t>
            </a:r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E5E1C-FE94-9D83-354D-ED3CA2DEE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01033"/>
            <a:ext cx="6903720" cy="405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5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994E-F0D4-CE49-50D8-6701E5BA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556077-829C-024D-54B2-DACE471B3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028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Baseline Models</a:t>
            </a:r>
          </a:p>
        </p:txBody>
      </p:sp>
    </p:spTree>
    <p:extLst>
      <p:ext uri="{BB962C8B-B14F-4D97-AF65-F5344CB8AC3E}">
        <p14:creationId xmlns:p14="http://schemas.microsoft.com/office/powerpoint/2010/main" val="3999276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09DD-3F73-A1AC-9F65-45B0CDC6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7F7C6-D926-1809-133A-F55BD1EDB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117" y="3433864"/>
            <a:ext cx="10762036" cy="3257245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endParaRPr lang="en-US" sz="3600" dirty="0"/>
          </a:p>
          <a:p>
            <a:pPr marL="0" indent="0" algn="ctr" latinLnBrk="1">
              <a:lnSpc>
                <a:spcPct val="150000"/>
              </a:lnSpc>
              <a:buNone/>
            </a:pPr>
            <a:r>
              <a:rPr lang="en-US" sz="2400" dirty="0"/>
              <a:t>Neither baseline model meets our strict 90% budget protection limit.</a:t>
            </a:r>
          </a:p>
          <a:p>
            <a:pPr marL="0" indent="0" algn="ctr" latinLnBrk="1">
              <a:lnSpc>
                <a:spcPct val="150000"/>
              </a:lnSpc>
              <a:buNone/>
            </a:pPr>
            <a:r>
              <a:rPr lang="en-US" sz="2400" dirty="0"/>
              <a:t>This confirms the necessity of post-modeling threshold tuning.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2C10C1D-8F60-A20D-1F67-0488D68ADD50}"/>
              </a:ext>
            </a:extLst>
          </p:cNvPr>
          <p:cNvSpPr txBox="1">
            <a:spLocks/>
          </p:cNvSpPr>
          <p:nvPr/>
        </p:nvSpPr>
        <p:spPr>
          <a:xfrm>
            <a:off x="392755" y="1597263"/>
            <a:ext cx="571338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1">
              <a:lnSpc>
                <a:spcPct val="150000"/>
              </a:lnSpc>
              <a:buNone/>
            </a:pPr>
            <a:r>
              <a:rPr lang="en-US" sz="2200" b="1" dirty="0"/>
              <a:t>BASELINE KNN Precision </a:t>
            </a:r>
          </a:p>
          <a:p>
            <a:pPr marL="0" indent="0" algn="ctr" latinLnBrk="1">
              <a:lnSpc>
                <a:spcPct val="150000"/>
              </a:lnSpc>
              <a:buNone/>
            </a:pPr>
            <a:r>
              <a:rPr lang="en-US" sz="4800" b="1" dirty="0">
                <a:solidFill>
                  <a:srgbClr val="FF0000"/>
                </a:solidFill>
              </a:rPr>
              <a:t>73.85%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D13CD53-4CC7-AEE0-4073-4972097F73B3}"/>
              </a:ext>
            </a:extLst>
          </p:cNvPr>
          <p:cNvSpPr txBox="1">
            <a:spLocks/>
          </p:cNvSpPr>
          <p:nvPr/>
        </p:nvSpPr>
        <p:spPr>
          <a:xfrm>
            <a:off x="5545173" y="1597263"/>
            <a:ext cx="6030742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1">
              <a:lnSpc>
                <a:spcPct val="150000"/>
              </a:lnSpc>
              <a:buNone/>
            </a:pPr>
            <a:r>
              <a:rPr lang="en-US" sz="2200" b="1" dirty="0"/>
              <a:t>BASELINE LOGISTIC REGRESSION PRECISION </a:t>
            </a:r>
            <a:r>
              <a:rPr lang="en-US" sz="4800" b="1" dirty="0">
                <a:solidFill>
                  <a:srgbClr val="FF0000"/>
                </a:solidFill>
              </a:rPr>
              <a:t>87.29%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59CCE-0EC5-A9D1-F06A-1BFD35BD8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492249" y="1949861"/>
            <a:ext cx="3696216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20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61AF-F2C7-A72B-4844-682B728D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47BDD6-AEE6-55B2-F96E-2C923A043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028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Optimized Models</a:t>
            </a:r>
          </a:p>
        </p:txBody>
      </p:sp>
    </p:spTree>
    <p:extLst>
      <p:ext uri="{BB962C8B-B14F-4D97-AF65-F5344CB8AC3E}">
        <p14:creationId xmlns:p14="http://schemas.microsoft.com/office/powerpoint/2010/main" val="153498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7351DC-CF68-2065-3AFD-5F1F9CFB3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13" y="1495921"/>
            <a:ext cx="11720388" cy="4600254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85C2D5-E0AB-0DA9-E6ED-B6CDD4F0DDEA}"/>
              </a:ext>
            </a:extLst>
          </p:cNvPr>
          <p:cNvSpPr txBox="1">
            <a:spLocks/>
          </p:cNvSpPr>
          <p:nvPr/>
        </p:nvSpPr>
        <p:spPr>
          <a:xfrm>
            <a:off x="1361872" y="5048654"/>
            <a:ext cx="4066162" cy="1449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1">
              <a:lnSpc>
                <a:spcPct val="150000"/>
              </a:lnSpc>
            </a:pPr>
            <a:endParaRPr lang="en-US" dirty="0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F6B229AF-8C92-D9EF-BC6D-2CC0DDBCDD6C}"/>
              </a:ext>
            </a:extLst>
          </p:cNvPr>
          <p:cNvSpPr/>
          <p:nvPr/>
        </p:nvSpPr>
        <p:spPr>
          <a:xfrm rot="17833050">
            <a:off x="4604885" y="1822159"/>
            <a:ext cx="1443658" cy="1737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80E63424-3A0D-24DB-5B1A-682C84116F31}"/>
              </a:ext>
            </a:extLst>
          </p:cNvPr>
          <p:cNvSpPr/>
          <p:nvPr/>
        </p:nvSpPr>
        <p:spPr>
          <a:xfrm rot="12109776">
            <a:off x="5919926" y="1926528"/>
            <a:ext cx="3801625" cy="213922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8899809-94F1-8AE1-8B51-D30B8183DBED}"/>
              </a:ext>
            </a:extLst>
          </p:cNvPr>
          <p:cNvSpPr txBox="1">
            <a:spLocks/>
          </p:cNvSpPr>
          <p:nvPr/>
        </p:nvSpPr>
        <p:spPr>
          <a:xfrm>
            <a:off x="2862303" y="641922"/>
            <a:ext cx="6467394" cy="58940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1">
              <a:lnSpc>
                <a:spcPct val="150000"/>
              </a:lnSpc>
              <a:buNone/>
            </a:pPr>
            <a:r>
              <a:rPr lang="en-US" sz="2200" b="1" dirty="0"/>
              <a:t>Wasted Expenditure if loyalty program was implemented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6F3F2D-E40B-EA36-8C66-E7F0AEBC63AF}"/>
              </a:ext>
            </a:extLst>
          </p:cNvPr>
          <p:cNvSpPr/>
          <p:nvPr/>
        </p:nvSpPr>
        <p:spPr>
          <a:xfrm>
            <a:off x="1238040" y="2590655"/>
            <a:ext cx="1419111" cy="65838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13.2K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31AF1-D819-8FF2-2C1D-CD17E21F6CD6}"/>
              </a:ext>
            </a:extLst>
          </p:cNvPr>
          <p:cNvSpPr/>
          <p:nvPr/>
        </p:nvSpPr>
        <p:spPr>
          <a:xfrm>
            <a:off x="4008923" y="4467135"/>
            <a:ext cx="1419111" cy="65838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10.5K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C16786-5A07-EE0B-D47E-7DF771E3E2FF}"/>
              </a:ext>
            </a:extLst>
          </p:cNvPr>
          <p:cNvSpPr/>
          <p:nvPr/>
        </p:nvSpPr>
        <p:spPr>
          <a:xfrm>
            <a:off x="7042211" y="2590654"/>
            <a:ext cx="1419111" cy="658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12.3K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E3F82B-310D-8CDF-A331-0FB741EF81B2}"/>
              </a:ext>
            </a:extLst>
          </p:cNvPr>
          <p:cNvSpPr/>
          <p:nvPr/>
        </p:nvSpPr>
        <p:spPr>
          <a:xfrm>
            <a:off x="9723429" y="4542671"/>
            <a:ext cx="1419111" cy="65838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9.7K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5FBF2D-8438-3CA1-E40E-917216BD7CDB}"/>
              </a:ext>
            </a:extLst>
          </p:cNvPr>
          <p:cNvSpPr/>
          <p:nvPr/>
        </p:nvSpPr>
        <p:spPr>
          <a:xfrm>
            <a:off x="3858401" y="2647473"/>
            <a:ext cx="1419111" cy="65838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507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4AAD32-41A0-F024-AA04-663AA1E996AA}"/>
              </a:ext>
            </a:extLst>
          </p:cNvPr>
          <p:cNvSpPr/>
          <p:nvPr/>
        </p:nvSpPr>
        <p:spPr>
          <a:xfrm>
            <a:off x="9654409" y="2590654"/>
            <a:ext cx="1419111" cy="65838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1.4K</a:t>
            </a:r>
          </a:p>
        </p:txBody>
      </p:sp>
    </p:spTree>
    <p:extLst>
      <p:ext uri="{BB962C8B-B14F-4D97-AF65-F5344CB8AC3E}">
        <p14:creationId xmlns:p14="http://schemas.microsoft.com/office/powerpoint/2010/main" val="3409064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B496-7B85-EAAD-2BB6-EDBADC0D0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04597-3287-1CA2-F47B-9B7E88F48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1301" y="2355921"/>
            <a:ext cx="6556443" cy="3295849"/>
          </a:xfrm>
        </p:spPr>
        <p:txBody>
          <a:bodyPr>
            <a:normAutofit fontScale="92500" lnSpcReduction="20000"/>
          </a:bodyPr>
          <a:lstStyle/>
          <a:p>
            <a:pPr latinLnBrk="1">
              <a:lnSpc>
                <a:spcPct val="150000"/>
              </a:lnSpc>
            </a:pPr>
            <a:r>
              <a:rPr lang="en-US" dirty="0"/>
              <a:t>The optimized KNN model dramatically </a:t>
            </a:r>
          </a:p>
          <a:p>
            <a:pPr marL="0" indent="0" latinLnBrk="1">
              <a:lnSpc>
                <a:spcPct val="150000"/>
              </a:lnSpc>
              <a:buNone/>
            </a:pPr>
            <a:r>
              <a:rPr lang="en-US" dirty="0"/>
              <a:t>    limits False Positives to just</a:t>
            </a:r>
            <a:r>
              <a:rPr lang="en-US" b="1" dirty="0"/>
              <a:t> 507 cases.</a:t>
            </a:r>
          </a:p>
          <a:p>
            <a:pPr latinLnBrk="1">
              <a:lnSpc>
                <a:spcPct val="150000"/>
              </a:lnSpc>
            </a:pPr>
            <a:r>
              <a:rPr lang="en-US" dirty="0"/>
              <a:t>Exceeds the </a:t>
            </a:r>
            <a:r>
              <a:rPr lang="en-US" b="1" dirty="0"/>
              <a:t>90% Precision Target</a:t>
            </a:r>
            <a:r>
              <a:rPr lang="en-US" dirty="0"/>
              <a:t>.</a:t>
            </a:r>
          </a:p>
          <a:p>
            <a:pPr latinLnBrk="1">
              <a:lnSpc>
                <a:spcPct val="150000"/>
              </a:lnSpc>
            </a:pPr>
            <a:r>
              <a:rPr lang="en-US" dirty="0"/>
              <a:t>Identifies </a:t>
            </a:r>
            <a:r>
              <a:rPr lang="en-US" b="1" dirty="0"/>
              <a:t>10,572 genuinely satisfied </a:t>
            </a:r>
          </a:p>
          <a:p>
            <a:pPr marL="0" indent="0" latinLnBrk="1">
              <a:lnSpc>
                <a:spcPct val="150000"/>
              </a:lnSpc>
              <a:buNone/>
            </a:pPr>
            <a:r>
              <a:rPr lang="en-US" dirty="0"/>
              <a:t>   brand ambassadors.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D4130B-E16B-EF9F-F57B-2FCCFF2C29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4255" y="2279000"/>
            <a:ext cx="4839375" cy="301984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8BFBDC2-B4C3-4F95-18F1-F90491F5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5633677" cy="800174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Chosen Model - KNN</a:t>
            </a:r>
          </a:p>
        </p:txBody>
      </p:sp>
    </p:spTree>
    <p:extLst>
      <p:ext uri="{BB962C8B-B14F-4D97-AF65-F5344CB8AC3E}">
        <p14:creationId xmlns:p14="http://schemas.microsoft.com/office/powerpoint/2010/main" val="1381463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1D11-4408-874E-8D44-F8F3470A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56D2-588E-8777-2C40-A6985A24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FF8D-A532-B317-E84C-5BF93AD86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68" y="1758782"/>
            <a:ext cx="10825263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Our analyses confirm that </a:t>
            </a:r>
            <a:r>
              <a:rPr lang="en-US" b="1" dirty="0"/>
              <a:t>business class passengers </a:t>
            </a:r>
            <a:r>
              <a:rPr lang="en-US" dirty="0"/>
              <a:t>traveling for professional purposes are our prime targets. </a:t>
            </a:r>
          </a:p>
          <a:p>
            <a:pPr>
              <a:lnSpc>
                <a:spcPct val="120000"/>
              </a:lnSpc>
            </a:pPr>
            <a:r>
              <a:rPr lang="en-US" dirty="0"/>
              <a:t>They also represent our highly concentrated satisfied audience, giving our models a reliable starting ground.</a:t>
            </a:r>
          </a:p>
          <a:p>
            <a:pPr>
              <a:lnSpc>
                <a:spcPct val="120000"/>
              </a:lnSpc>
            </a:pPr>
            <a:r>
              <a:rPr lang="en-US" dirty="0"/>
              <a:t> We should focus on </a:t>
            </a:r>
            <a:r>
              <a:rPr lang="en-US" b="1" dirty="0"/>
              <a:t>optimizing</a:t>
            </a:r>
            <a:r>
              <a:rPr lang="en-US" dirty="0"/>
              <a:t> the </a:t>
            </a:r>
            <a:r>
              <a:rPr lang="en-US" b="1" dirty="0"/>
              <a:t>Online Boarding experience</a:t>
            </a:r>
            <a:r>
              <a:rPr lang="en-US" dirty="0"/>
              <a:t>, which was highlighted in our study as the </a:t>
            </a:r>
            <a:r>
              <a:rPr lang="en-US" b="1" dirty="0"/>
              <a:t>strongest </a:t>
            </a:r>
            <a:r>
              <a:rPr lang="en-US" dirty="0"/>
              <a:t>organic driver of customer happiness.</a:t>
            </a:r>
          </a:p>
        </p:txBody>
      </p:sp>
    </p:spTree>
    <p:extLst>
      <p:ext uri="{BB962C8B-B14F-4D97-AF65-F5344CB8AC3E}">
        <p14:creationId xmlns:p14="http://schemas.microsoft.com/office/powerpoint/2010/main" val="112394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3425</TotalTime>
  <Words>362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Horizon Airlines –  The Brand Ambassadors </vt:lpstr>
      <vt:lpstr>The scenario</vt:lpstr>
      <vt:lpstr>Problem Statement</vt:lpstr>
      <vt:lpstr>PowerPoint Presentation</vt:lpstr>
      <vt:lpstr>PowerPoint Presentation</vt:lpstr>
      <vt:lpstr>Type of Travel</vt:lpstr>
      <vt:lpstr>Cabin Class</vt:lpstr>
      <vt:lpstr>Key Satisfaction Drivers</vt:lpstr>
      <vt:lpstr>PowerPoint Presentation</vt:lpstr>
      <vt:lpstr>PowerPoint Presentation</vt:lpstr>
      <vt:lpstr>PowerPoint Presentation</vt:lpstr>
      <vt:lpstr>PowerPoint Presentation</vt:lpstr>
      <vt:lpstr>Chosen Model - KNN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a29825</dc:creator>
  <cp:lastModifiedBy>guk fosu</cp:lastModifiedBy>
  <cp:revision>5</cp:revision>
  <dcterms:created xsi:type="dcterms:W3CDTF">2026-06-05T10:11:47Z</dcterms:created>
  <dcterms:modified xsi:type="dcterms:W3CDTF">2026-06-13T19:39:35Z</dcterms:modified>
</cp:coreProperties>
</file>